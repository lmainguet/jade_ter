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Arimo"/>
      <p:regular r:id="rId25"/>
      <p:bold r:id="rId26"/>
      <p:italic r:id="rId27"/>
      <p:boldItalic r:id="rId28"/>
    </p:embeddedFont>
    <p:embeddedFont>
      <p:font typeface="Archivo Black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bold.fntdata"/><Relationship Id="rId25" Type="http://schemas.openxmlformats.org/officeDocument/2006/relationships/font" Target="fonts/Arimo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chivo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81936981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81936981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819369816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b819369816_0_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819369816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b819369816_0_6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8d75e851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b8d75e8516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d75e8516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b8d75e8516_0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819369816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b819369816_0_1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819369816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déjà</a:t>
            </a:r>
            <a:r>
              <a:rPr lang="fr"/>
              <a:t> un programme fonctionnel en python </a:t>
            </a:r>
            <a:endParaRPr/>
          </a:p>
        </p:txBody>
      </p:sp>
      <p:sp>
        <p:nvSpPr>
          <p:cNvPr id="261" name="Google Shape;261;g3b819369816_0_8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819369816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déjà un programme fonctionnel en python </a:t>
            </a:r>
            <a:endParaRPr/>
          </a:p>
        </p:txBody>
      </p:sp>
      <p:sp>
        <p:nvSpPr>
          <p:cNvPr id="285" name="Google Shape;285;g3b819369816_0_9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819369816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déjà un programme fonctionnel en python </a:t>
            </a:r>
            <a:endParaRPr/>
          </a:p>
        </p:txBody>
      </p:sp>
      <p:sp>
        <p:nvSpPr>
          <p:cNvPr id="312" name="Google Shape;312;g3b819369816_0_9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819369816_0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déjà un programme fonctionnel en python </a:t>
            </a:r>
            <a:endParaRPr/>
          </a:p>
        </p:txBody>
      </p:sp>
      <p:sp>
        <p:nvSpPr>
          <p:cNvPr id="341" name="Google Shape;341;g3b819369816_0_1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819369816_0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g3b819369816_0_10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819369816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g3b819369816_0_1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819369816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g3b819369816_0_10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b819369816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7" name="Google Shape;517;g3b819369816_0_1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8d75e851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4" name="Google Shape;574;g3b8d75e8516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b819369816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3" name="Google Shape;593;g3b819369816_0_4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b8d75e851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5" name="Google Shape;625;g3b8d75e8516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b819369816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2" name="Google Shape;652;g3b819369816_0_5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b8d75e8516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4" name="Google Shape;674;g3b8d75e8516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046913" y="2440863"/>
            <a:ext cx="4147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14" name="Google Shape;14;p3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" name="Google Shape;16;p3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3"/>
          <p:cNvSpPr txBox="1"/>
          <p:nvPr>
            <p:ph type="title"/>
          </p:nvPr>
        </p:nvSpPr>
        <p:spPr>
          <a:xfrm>
            <a:off x="492125" y="1106375"/>
            <a:ext cx="59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chivo Black"/>
              <a:buNone/>
              <a:defRPr i="0" sz="4400" u="none" cap="none" strike="noStrike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7876498" y="320657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>
            <a:off x="7570620" y="92904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" name="Google Shape;20;p3"/>
          <p:cNvSpPr/>
          <p:nvPr/>
        </p:nvSpPr>
        <p:spPr>
          <a:xfrm>
            <a:off x="-3592064" y="2327827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10"/>
                </a:lnTo>
                <a:lnTo>
                  <a:pt x="0" y="8867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" name="Google Shape;21;p3"/>
          <p:cNvSpPr/>
          <p:nvPr/>
        </p:nvSpPr>
        <p:spPr>
          <a:xfrm>
            <a:off x="2021007" y="4243467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492125" y="1106375"/>
            <a:ext cx="59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082988" y="2307038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grpSp>
        <p:nvGrpSpPr>
          <p:cNvPr id="27" name="Google Shape;27;p4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28" name="Google Shape;28;p4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" name="Google Shape;29;p4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4"/>
          <p:cNvSpPr/>
          <p:nvPr/>
        </p:nvSpPr>
        <p:spPr>
          <a:xfrm>
            <a:off x="5569588" y="1221783"/>
            <a:ext cx="4433554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" name="Google Shape;31;p4"/>
          <p:cNvSpPr/>
          <p:nvPr/>
        </p:nvSpPr>
        <p:spPr>
          <a:xfrm>
            <a:off x="4852568" y="208966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" name="Google Shape;32;p4"/>
          <p:cNvSpPr/>
          <p:nvPr/>
        </p:nvSpPr>
        <p:spPr>
          <a:xfrm>
            <a:off x="745626" y="483811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" type="body"/>
          </p:nvPr>
        </p:nvSpPr>
        <p:spPr>
          <a:xfrm>
            <a:off x="2127707" y="3561519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7" name="Google Shape;37;p5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38" name="Google Shape;38;p5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9" name="Google Shape;39;p5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40;p5"/>
          <p:cNvSpPr txBox="1"/>
          <p:nvPr>
            <p:ph type="title"/>
          </p:nvPr>
        </p:nvSpPr>
        <p:spPr>
          <a:xfrm>
            <a:off x="492125" y="1106375"/>
            <a:ext cx="59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chivo Black"/>
              <a:buNone/>
              <a:defRPr i="0" sz="4400" u="none" cap="none" strike="noStrike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41" name="Google Shape;41;p5"/>
          <p:cNvSpPr/>
          <p:nvPr/>
        </p:nvSpPr>
        <p:spPr>
          <a:xfrm>
            <a:off x="7770286" y="998810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" name="Google Shape;42;p5"/>
          <p:cNvSpPr/>
          <p:nvPr/>
        </p:nvSpPr>
        <p:spPr>
          <a:xfrm>
            <a:off x="79907" y="2571750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title"/>
          </p:nvPr>
        </p:nvSpPr>
        <p:spPr>
          <a:xfrm>
            <a:off x="492125" y="1106375"/>
            <a:ext cx="59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1587375" y="2488575"/>
            <a:ext cx="29295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4627271" y="2488575"/>
            <a:ext cx="29295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grpSp>
        <p:nvGrpSpPr>
          <p:cNvPr id="49" name="Google Shape;49;p6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50" name="Google Shape;50;p6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1" name="Google Shape;51;p6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6"/>
          <p:cNvSpPr/>
          <p:nvPr/>
        </p:nvSpPr>
        <p:spPr>
          <a:xfrm>
            <a:off x="6764657" y="-2715281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" name="Google Shape;53;p6"/>
          <p:cNvSpPr/>
          <p:nvPr/>
        </p:nvSpPr>
        <p:spPr>
          <a:xfrm>
            <a:off x="7295094" y="214313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title"/>
          </p:nvPr>
        </p:nvSpPr>
        <p:spPr>
          <a:xfrm>
            <a:off x="492125" y="1106375"/>
            <a:ext cx="59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1827063" y="2541675"/>
            <a:ext cx="2659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2" type="body"/>
          </p:nvPr>
        </p:nvSpPr>
        <p:spPr>
          <a:xfrm>
            <a:off x="4583516" y="2541675"/>
            <a:ext cx="26604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grpSp>
        <p:nvGrpSpPr>
          <p:cNvPr id="60" name="Google Shape;60;p7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61" name="Google Shape;61;p7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2" name="Google Shape;62;p7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7"/>
          <p:cNvSpPr/>
          <p:nvPr/>
        </p:nvSpPr>
        <p:spPr>
          <a:xfrm>
            <a:off x="-3177062" y="514350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p7"/>
          <p:cNvSpPr/>
          <p:nvPr/>
        </p:nvSpPr>
        <p:spPr>
          <a:xfrm>
            <a:off x="8046203" y="-183572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p7"/>
          <p:cNvSpPr/>
          <p:nvPr/>
        </p:nvSpPr>
        <p:spPr>
          <a:xfrm>
            <a:off x="7228669" y="731211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" name="Google Shape;66;p7"/>
          <p:cNvSpPr/>
          <p:nvPr/>
        </p:nvSpPr>
        <p:spPr>
          <a:xfrm>
            <a:off x="4267169" y="483811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>
            <p:ph type="title"/>
          </p:nvPr>
        </p:nvSpPr>
        <p:spPr>
          <a:xfrm>
            <a:off x="492125" y="1106375"/>
            <a:ext cx="59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grpSp>
        <p:nvGrpSpPr>
          <p:cNvPr id="71" name="Google Shape;71;p8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72" name="Google Shape;72;p8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73" name="Google Shape;73;p8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8"/>
          <p:cNvSpPr/>
          <p:nvPr/>
        </p:nvSpPr>
        <p:spPr>
          <a:xfrm>
            <a:off x="7533500" y="176247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" name="Google Shape;75;p8"/>
          <p:cNvSpPr/>
          <p:nvPr/>
        </p:nvSpPr>
        <p:spPr>
          <a:xfrm>
            <a:off x="7979056" y="2412373"/>
            <a:ext cx="4433555" cy="4433554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10"/>
                </a:lnTo>
                <a:lnTo>
                  <a:pt x="0" y="8867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" name="Google Shape;76;p8"/>
          <p:cNvSpPr/>
          <p:nvPr/>
        </p:nvSpPr>
        <p:spPr>
          <a:xfrm>
            <a:off x="1387027" y="-3447683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" name="Google Shape;77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80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/>
          <p:nvPr>
            <p:ph idx="1" type="body"/>
          </p:nvPr>
        </p:nvSpPr>
        <p:spPr>
          <a:xfrm>
            <a:off x="3788313" y="2318188"/>
            <a:ext cx="2556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2" type="body"/>
          </p:nvPr>
        </p:nvSpPr>
        <p:spPr>
          <a:xfrm>
            <a:off x="1110725" y="2318188"/>
            <a:ext cx="2882700" cy="18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grpSp>
        <p:nvGrpSpPr>
          <p:cNvPr id="82" name="Google Shape;82;p9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83" name="Google Shape;83;p9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4" name="Google Shape;84;p9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" name="Google Shape;85;p9"/>
          <p:cNvSpPr txBox="1"/>
          <p:nvPr>
            <p:ph type="title"/>
          </p:nvPr>
        </p:nvSpPr>
        <p:spPr>
          <a:xfrm>
            <a:off x="492125" y="1106375"/>
            <a:ext cx="59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chivo Black"/>
              <a:buNone/>
              <a:defRPr i="0" sz="4400" u="none" cap="none" strike="noStrike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86" name="Google Shape;86;p9"/>
          <p:cNvSpPr/>
          <p:nvPr/>
        </p:nvSpPr>
        <p:spPr>
          <a:xfrm>
            <a:off x="8206610" y="-619828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9"/>
          <p:cNvSpPr/>
          <p:nvPr/>
        </p:nvSpPr>
        <p:spPr>
          <a:xfrm>
            <a:off x="-1034990" y="4150911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10"/>
                </a:lnTo>
                <a:lnTo>
                  <a:pt x="0" y="8867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9"/>
          <p:cNvSpPr/>
          <p:nvPr/>
        </p:nvSpPr>
        <p:spPr>
          <a:xfrm>
            <a:off x="7158220" y="588336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9"/>
          <p:cNvSpPr/>
          <p:nvPr/>
        </p:nvSpPr>
        <p:spPr>
          <a:xfrm>
            <a:off x="3398564" y="432376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/>
          <p:nvPr>
            <p:ph idx="2" type="pic"/>
          </p:nvPr>
        </p:nvSpPr>
        <p:spPr>
          <a:xfrm>
            <a:off x="5494911" y="2454853"/>
            <a:ext cx="1941000" cy="14559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0"/>
          <p:cNvSpPr txBox="1"/>
          <p:nvPr>
            <p:ph idx="1" type="body"/>
          </p:nvPr>
        </p:nvSpPr>
        <p:spPr>
          <a:xfrm>
            <a:off x="1229969" y="237051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grpSp>
        <p:nvGrpSpPr>
          <p:cNvPr id="95" name="Google Shape;95;p10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96" name="Google Shape;96;p10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7" name="Google Shape;97;p10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10"/>
          <p:cNvSpPr txBox="1"/>
          <p:nvPr>
            <p:ph type="title"/>
          </p:nvPr>
        </p:nvSpPr>
        <p:spPr>
          <a:xfrm>
            <a:off x="492125" y="1106375"/>
            <a:ext cx="59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chivo Black"/>
              <a:buNone/>
              <a:defRPr i="0" sz="4400" u="none" cap="none" strike="noStrike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99" name="Google Shape;99;p10"/>
          <p:cNvSpPr/>
          <p:nvPr/>
        </p:nvSpPr>
        <p:spPr>
          <a:xfrm>
            <a:off x="4494762" y="3977997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0"/>
          <p:cNvSpPr/>
          <p:nvPr/>
        </p:nvSpPr>
        <p:spPr>
          <a:xfrm>
            <a:off x="7845058" y="1317817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4" name="Google Shape;104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5" name="Google Shape;10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>
              <a:spcBef>
                <a:spcPts val="2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>
              <a:spcBef>
                <a:spcPts val="2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92125" y="1106375"/>
            <a:ext cx="59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chivo Black"/>
              <a:buNone/>
              <a:defRPr b="0" i="0" sz="4400" u="none" cap="none" strike="noStrike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082988" y="2307038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Black"/>
              <a:buChar char="•"/>
              <a:defRPr b="0" i="0" sz="1200" u="none" cap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Black"/>
              <a:buChar char="–"/>
              <a:defRPr b="0" i="0" sz="1200" u="none" cap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Black"/>
              <a:buChar char="•"/>
              <a:defRPr b="0" i="0" sz="1200" u="none" cap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Black"/>
              <a:buChar char="–"/>
              <a:defRPr b="0" i="0" sz="1200" u="none" cap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Black"/>
              <a:buChar char="»"/>
              <a:defRPr b="0" i="0" sz="1200" u="none" cap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Black"/>
              <a:buChar char="•"/>
              <a:defRPr b="0" i="0" sz="1200" u="none" cap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Black"/>
              <a:buChar char="•"/>
              <a:defRPr b="0" i="0" sz="1200" u="none" cap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Black"/>
              <a:buChar char="•"/>
              <a:defRPr b="0" i="0" sz="1200" u="none" cap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Black"/>
              <a:buChar char="•"/>
              <a:defRPr b="0" i="0" sz="1200" u="none" cap="none" strike="noStrik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0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0" Type="http://schemas.openxmlformats.org/officeDocument/2006/relationships/image" Target="../media/image12.png"/><Relationship Id="rId9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0" Type="http://schemas.openxmlformats.org/officeDocument/2006/relationships/image" Target="../media/image20.png"/><Relationship Id="rId9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/>
          <p:nvPr>
            <p:ph idx="1" type="subTitle"/>
          </p:nvPr>
        </p:nvSpPr>
        <p:spPr>
          <a:xfrm>
            <a:off x="2498238" y="1485963"/>
            <a:ext cx="4147500" cy="8763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 lnSpcReduction="10000"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fr" sz="2800"/>
              <a:t>Travail d’Etude et de Recherche</a:t>
            </a:r>
            <a:endParaRPr/>
          </a:p>
        </p:txBody>
      </p:sp>
      <p:sp>
        <p:nvSpPr>
          <p:cNvPr id="115" name="Google Shape;115;p13"/>
          <p:cNvSpPr txBox="1"/>
          <p:nvPr>
            <p:ph type="title"/>
          </p:nvPr>
        </p:nvSpPr>
        <p:spPr>
          <a:xfrm>
            <a:off x="1587300" y="683175"/>
            <a:ext cx="5969400" cy="5715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880"/>
              <a:t>P</a:t>
            </a:r>
            <a:r>
              <a:rPr lang="fr" sz="4880"/>
              <a:t>rojet JADE</a:t>
            </a:r>
            <a:endParaRPr sz="4160"/>
          </a:p>
        </p:txBody>
      </p:sp>
      <p:pic>
        <p:nvPicPr>
          <p:cNvPr id="116" name="Google Shape;11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50" y="322750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/>
        </p:nvSpPr>
        <p:spPr>
          <a:xfrm>
            <a:off x="2732700" y="2311325"/>
            <a:ext cx="3678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MAINGUET Louane / TOUMPANOS Antony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2452375" y="2853875"/>
            <a:ext cx="4687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Encadrants : DAMIEN PELLIER – MAXIMIN COAVOUX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14"/>
          <p:cNvGrpSpPr/>
          <p:nvPr/>
        </p:nvGrpSpPr>
        <p:grpSpPr>
          <a:xfrm>
            <a:off x="230382" y="1561773"/>
            <a:ext cx="8399723" cy="2987290"/>
            <a:chOff x="0" y="-47625"/>
            <a:chExt cx="4424400" cy="1573500"/>
          </a:xfrm>
        </p:grpSpPr>
        <p:sp>
          <p:nvSpPr>
            <p:cNvPr id="126" name="Google Shape;126;p14"/>
            <p:cNvSpPr/>
            <p:nvPr/>
          </p:nvSpPr>
          <p:spPr>
            <a:xfrm>
              <a:off x="0" y="0"/>
              <a:ext cx="4424306" cy="1525815"/>
            </a:xfrm>
            <a:custGeom>
              <a:rect b="b" l="l" r="r" t="t"/>
              <a:pathLst>
                <a:path extrusionOk="0" h="1525815" w="4424306">
                  <a:moveTo>
                    <a:pt x="0" y="0"/>
                  </a:moveTo>
                  <a:lnTo>
                    <a:pt x="4424306" y="0"/>
                  </a:lnTo>
                  <a:lnTo>
                    <a:pt x="4424306" y="1525815"/>
                  </a:lnTo>
                  <a:lnTo>
                    <a:pt x="0" y="1525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7" name="Google Shape;127;p14"/>
            <p:cNvSpPr txBox="1"/>
            <p:nvPr/>
          </p:nvSpPr>
          <p:spPr>
            <a:xfrm>
              <a:off x="0" y="-47625"/>
              <a:ext cx="4424400" cy="157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4"/>
          <p:cNvSpPr txBox="1"/>
          <p:nvPr/>
        </p:nvSpPr>
        <p:spPr>
          <a:xfrm>
            <a:off x="3486975" y="3136574"/>
            <a:ext cx="217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fr" sz="21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Contraintes</a:t>
            </a:r>
            <a:r>
              <a:rPr b="0" i="0" lang="fr" sz="2100" u="none" cap="none" strike="noStrike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3495943" y="3631593"/>
            <a:ext cx="165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Limitation du projet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344919" y="3136574"/>
            <a:ext cx="190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fr" sz="21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P</a:t>
            </a:r>
            <a:r>
              <a:rPr lang="fr" sz="21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résentation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348990" y="3631593"/>
            <a:ext cx="165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Projet jade historique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6434775" y="3136575"/>
            <a:ext cx="217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fr" sz="2100" u="none" cap="none" strike="noStrike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fr" sz="21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Notre travail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6434774" y="3631593"/>
            <a:ext cx="165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éveloppement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 et 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tâches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384752" y="843075"/>
            <a:ext cx="6724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4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sommaire</a:t>
            </a:r>
            <a:endParaRPr sz="4400">
              <a:solidFill>
                <a:srgbClr val="54545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135" name="Google Shape;135;p14"/>
          <p:cNvGrpSpPr/>
          <p:nvPr/>
        </p:nvGrpSpPr>
        <p:grpSpPr>
          <a:xfrm>
            <a:off x="384738" y="1790649"/>
            <a:ext cx="913558" cy="984182"/>
            <a:chOff x="0" y="-47625"/>
            <a:chExt cx="481200" cy="518400"/>
          </a:xfrm>
        </p:grpSpPr>
        <p:sp>
          <p:nvSpPr>
            <p:cNvPr id="136" name="Google Shape;136;p14"/>
            <p:cNvSpPr/>
            <p:nvPr/>
          </p:nvSpPr>
          <p:spPr>
            <a:xfrm>
              <a:off x="0" y="0"/>
              <a:ext cx="481188" cy="470663"/>
            </a:xfrm>
            <a:custGeom>
              <a:rect b="b" l="l" r="r" t="t"/>
              <a:pathLst>
                <a:path extrusionOk="0" h="470663" w="481188">
                  <a:moveTo>
                    <a:pt x="0" y="0"/>
                  </a:moveTo>
                  <a:lnTo>
                    <a:pt x="481188" y="0"/>
                  </a:lnTo>
                  <a:lnTo>
                    <a:pt x="481188" y="470663"/>
                  </a:lnTo>
                  <a:lnTo>
                    <a:pt x="0" y="470663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37" name="Google Shape;137;p14"/>
            <p:cNvSpPr txBox="1"/>
            <p:nvPr/>
          </p:nvSpPr>
          <p:spPr>
            <a:xfrm>
              <a:off x="0" y="-47625"/>
              <a:ext cx="4812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14"/>
          <p:cNvSpPr txBox="1"/>
          <p:nvPr/>
        </p:nvSpPr>
        <p:spPr>
          <a:xfrm>
            <a:off x="447888" y="2047875"/>
            <a:ext cx="78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fr" sz="34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14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140" name="Google Shape;140;p14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1" name="Google Shape;141;p14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14"/>
          <p:cNvGrpSpPr/>
          <p:nvPr/>
        </p:nvGrpSpPr>
        <p:grpSpPr>
          <a:xfrm>
            <a:off x="3495943" y="1790649"/>
            <a:ext cx="913558" cy="984182"/>
            <a:chOff x="0" y="-47625"/>
            <a:chExt cx="481200" cy="518400"/>
          </a:xfrm>
        </p:grpSpPr>
        <p:sp>
          <p:nvSpPr>
            <p:cNvPr id="143" name="Google Shape;143;p14"/>
            <p:cNvSpPr/>
            <p:nvPr/>
          </p:nvSpPr>
          <p:spPr>
            <a:xfrm>
              <a:off x="0" y="0"/>
              <a:ext cx="481188" cy="470663"/>
            </a:xfrm>
            <a:custGeom>
              <a:rect b="b" l="l" r="r" t="t"/>
              <a:pathLst>
                <a:path extrusionOk="0" h="470663" w="481188">
                  <a:moveTo>
                    <a:pt x="0" y="0"/>
                  </a:moveTo>
                  <a:lnTo>
                    <a:pt x="481188" y="0"/>
                  </a:lnTo>
                  <a:lnTo>
                    <a:pt x="481188" y="470663"/>
                  </a:lnTo>
                  <a:lnTo>
                    <a:pt x="0" y="470663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44" name="Google Shape;144;p14"/>
            <p:cNvSpPr txBox="1"/>
            <p:nvPr/>
          </p:nvSpPr>
          <p:spPr>
            <a:xfrm>
              <a:off x="0" y="-47625"/>
              <a:ext cx="4812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4"/>
          <p:cNvSpPr txBox="1"/>
          <p:nvPr/>
        </p:nvSpPr>
        <p:spPr>
          <a:xfrm>
            <a:off x="3559092" y="2047875"/>
            <a:ext cx="78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fr" sz="34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14"/>
          <p:cNvGrpSpPr/>
          <p:nvPr/>
        </p:nvGrpSpPr>
        <p:grpSpPr>
          <a:xfrm>
            <a:off x="6434775" y="1790649"/>
            <a:ext cx="913558" cy="984182"/>
            <a:chOff x="0" y="-47625"/>
            <a:chExt cx="481200" cy="518400"/>
          </a:xfrm>
        </p:grpSpPr>
        <p:sp>
          <p:nvSpPr>
            <p:cNvPr id="147" name="Google Shape;147;p14"/>
            <p:cNvSpPr/>
            <p:nvPr/>
          </p:nvSpPr>
          <p:spPr>
            <a:xfrm>
              <a:off x="0" y="0"/>
              <a:ext cx="481188" cy="470663"/>
            </a:xfrm>
            <a:custGeom>
              <a:rect b="b" l="l" r="r" t="t"/>
              <a:pathLst>
                <a:path extrusionOk="0" h="470663" w="481188">
                  <a:moveTo>
                    <a:pt x="0" y="0"/>
                  </a:moveTo>
                  <a:lnTo>
                    <a:pt x="481188" y="0"/>
                  </a:lnTo>
                  <a:lnTo>
                    <a:pt x="481188" y="470663"/>
                  </a:lnTo>
                  <a:lnTo>
                    <a:pt x="0" y="470663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48" name="Google Shape;148;p14"/>
            <p:cNvSpPr txBox="1"/>
            <p:nvPr/>
          </p:nvSpPr>
          <p:spPr>
            <a:xfrm>
              <a:off x="0" y="-47625"/>
              <a:ext cx="4812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4"/>
          <p:cNvSpPr txBox="1"/>
          <p:nvPr/>
        </p:nvSpPr>
        <p:spPr>
          <a:xfrm>
            <a:off x="6497925" y="2047875"/>
            <a:ext cx="78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fr" sz="34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7876498" y="320657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14"/>
          <p:cNvSpPr/>
          <p:nvPr/>
        </p:nvSpPr>
        <p:spPr>
          <a:xfrm>
            <a:off x="7570620" y="92904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4"/>
          <p:cNvSpPr/>
          <p:nvPr/>
        </p:nvSpPr>
        <p:spPr>
          <a:xfrm>
            <a:off x="-3592064" y="2327827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10"/>
                </a:lnTo>
                <a:lnTo>
                  <a:pt x="0" y="8867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4"/>
          <p:cNvSpPr/>
          <p:nvPr/>
        </p:nvSpPr>
        <p:spPr>
          <a:xfrm>
            <a:off x="2021007" y="4243467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4" name="Google Shape;15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2950" y="376170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5"/>
          <p:cNvGrpSpPr/>
          <p:nvPr/>
        </p:nvGrpSpPr>
        <p:grpSpPr>
          <a:xfrm>
            <a:off x="384738" y="485809"/>
            <a:ext cx="1941056" cy="266590"/>
            <a:chOff x="0" y="0"/>
            <a:chExt cx="5176149" cy="710907"/>
          </a:xfrm>
        </p:grpSpPr>
        <p:sp>
          <p:nvSpPr>
            <p:cNvPr id="162" name="Google Shape;162;p15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3" name="Google Shape;163;p15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15"/>
          <p:cNvGrpSpPr/>
          <p:nvPr/>
        </p:nvGrpSpPr>
        <p:grpSpPr>
          <a:xfrm>
            <a:off x="384738" y="2334211"/>
            <a:ext cx="1241228" cy="1304495"/>
            <a:chOff x="0" y="-47625"/>
            <a:chExt cx="653794" cy="687119"/>
          </a:xfrm>
        </p:grpSpPr>
        <p:sp>
          <p:nvSpPr>
            <p:cNvPr id="165" name="Google Shape;165;p15"/>
            <p:cNvSpPr/>
            <p:nvPr/>
          </p:nvSpPr>
          <p:spPr>
            <a:xfrm>
              <a:off x="0" y="0"/>
              <a:ext cx="653794" cy="639494"/>
            </a:xfrm>
            <a:custGeom>
              <a:rect b="b" l="l" r="r" t="t"/>
              <a:pathLst>
                <a:path extrusionOk="0" h="639494" w="653794">
                  <a:moveTo>
                    <a:pt x="0" y="0"/>
                  </a:moveTo>
                  <a:lnTo>
                    <a:pt x="653794" y="0"/>
                  </a:lnTo>
                  <a:lnTo>
                    <a:pt x="653794" y="639494"/>
                  </a:lnTo>
                  <a:lnTo>
                    <a:pt x="0" y="639494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6" name="Google Shape;166;p15"/>
            <p:cNvSpPr txBox="1"/>
            <p:nvPr/>
          </p:nvSpPr>
          <p:spPr>
            <a:xfrm>
              <a:off x="0" y="-47625"/>
              <a:ext cx="653700" cy="6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3533460" y="2334211"/>
            <a:ext cx="1241228" cy="1304495"/>
            <a:chOff x="0" y="-47625"/>
            <a:chExt cx="653794" cy="687119"/>
          </a:xfrm>
        </p:grpSpPr>
        <p:sp>
          <p:nvSpPr>
            <p:cNvPr id="168" name="Google Shape;168;p15"/>
            <p:cNvSpPr/>
            <p:nvPr/>
          </p:nvSpPr>
          <p:spPr>
            <a:xfrm>
              <a:off x="0" y="0"/>
              <a:ext cx="653794" cy="639494"/>
            </a:xfrm>
            <a:custGeom>
              <a:rect b="b" l="l" r="r" t="t"/>
              <a:pathLst>
                <a:path extrusionOk="0" h="639494" w="653794">
                  <a:moveTo>
                    <a:pt x="0" y="0"/>
                  </a:moveTo>
                  <a:lnTo>
                    <a:pt x="653794" y="0"/>
                  </a:lnTo>
                  <a:lnTo>
                    <a:pt x="653794" y="639494"/>
                  </a:lnTo>
                  <a:lnTo>
                    <a:pt x="0" y="639494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9" name="Google Shape;169;p15"/>
            <p:cNvSpPr txBox="1"/>
            <p:nvPr/>
          </p:nvSpPr>
          <p:spPr>
            <a:xfrm>
              <a:off x="0" y="-47625"/>
              <a:ext cx="653700" cy="6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15"/>
          <p:cNvGrpSpPr/>
          <p:nvPr/>
        </p:nvGrpSpPr>
        <p:grpSpPr>
          <a:xfrm>
            <a:off x="6682181" y="2334211"/>
            <a:ext cx="1241228" cy="1304495"/>
            <a:chOff x="0" y="-47625"/>
            <a:chExt cx="653794" cy="687119"/>
          </a:xfrm>
        </p:grpSpPr>
        <p:sp>
          <p:nvSpPr>
            <p:cNvPr id="171" name="Google Shape;171;p15"/>
            <p:cNvSpPr/>
            <p:nvPr/>
          </p:nvSpPr>
          <p:spPr>
            <a:xfrm>
              <a:off x="0" y="0"/>
              <a:ext cx="653794" cy="639494"/>
            </a:xfrm>
            <a:custGeom>
              <a:rect b="b" l="l" r="r" t="t"/>
              <a:pathLst>
                <a:path extrusionOk="0" h="639494" w="653794">
                  <a:moveTo>
                    <a:pt x="0" y="0"/>
                  </a:moveTo>
                  <a:lnTo>
                    <a:pt x="653794" y="0"/>
                  </a:lnTo>
                  <a:lnTo>
                    <a:pt x="653794" y="639494"/>
                  </a:lnTo>
                  <a:lnTo>
                    <a:pt x="0" y="639494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72" name="Google Shape;172;p15"/>
            <p:cNvSpPr txBox="1"/>
            <p:nvPr/>
          </p:nvSpPr>
          <p:spPr>
            <a:xfrm>
              <a:off x="0" y="-47625"/>
              <a:ext cx="653700" cy="6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15"/>
          <p:cNvSpPr/>
          <p:nvPr/>
        </p:nvSpPr>
        <p:spPr>
          <a:xfrm>
            <a:off x="580712" y="2571750"/>
            <a:ext cx="895347" cy="906890"/>
          </a:xfrm>
          <a:custGeom>
            <a:rect b="b" l="l" r="r" t="t"/>
            <a:pathLst>
              <a:path extrusionOk="0" h="1813779" w="1790694">
                <a:moveTo>
                  <a:pt x="0" y="0"/>
                </a:moveTo>
                <a:lnTo>
                  <a:pt x="1790695" y="0"/>
                </a:lnTo>
                <a:lnTo>
                  <a:pt x="1790695" y="1813779"/>
                </a:lnTo>
                <a:lnTo>
                  <a:pt x="0" y="1813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15"/>
          <p:cNvSpPr/>
          <p:nvPr/>
        </p:nvSpPr>
        <p:spPr>
          <a:xfrm>
            <a:off x="6832046" y="2708729"/>
            <a:ext cx="866487" cy="565579"/>
          </a:xfrm>
          <a:custGeom>
            <a:rect b="b" l="l" r="r" t="t"/>
            <a:pathLst>
              <a:path extrusionOk="0" h="1131159" w="1732973">
                <a:moveTo>
                  <a:pt x="0" y="0"/>
                </a:moveTo>
                <a:lnTo>
                  <a:pt x="1732973" y="0"/>
                </a:lnTo>
                <a:lnTo>
                  <a:pt x="1732973" y="1131158"/>
                </a:lnTo>
                <a:lnTo>
                  <a:pt x="0" y="1131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15"/>
          <p:cNvSpPr txBox="1"/>
          <p:nvPr/>
        </p:nvSpPr>
        <p:spPr>
          <a:xfrm>
            <a:off x="112250" y="1121175"/>
            <a:ext cx="865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fr" sz="40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Objectifs justice algorithmique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384738" y="3857741"/>
            <a:ext cx="180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révoir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 ses chances de 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succès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 avant un recours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3533460" y="3857741"/>
            <a:ext cx="180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ugmenter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 la confiance dans les 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décisions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 de  justice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6682181" y="3857741"/>
            <a:ext cx="180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ésengorger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 les tribunaux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2325838" y="-326465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10"/>
                </a:lnTo>
                <a:lnTo>
                  <a:pt x="0" y="8867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5"/>
          <p:cNvSpPr/>
          <p:nvPr/>
        </p:nvSpPr>
        <p:spPr>
          <a:xfrm>
            <a:off x="7844047" y="622120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5"/>
          <p:cNvSpPr/>
          <p:nvPr/>
        </p:nvSpPr>
        <p:spPr>
          <a:xfrm>
            <a:off x="2510047" y="2867867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2" name="Google Shape;18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02563" y="2677608"/>
            <a:ext cx="902981" cy="801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2950" y="401557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16"/>
          <p:cNvGrpSpPr/>
          <p:nvPr/>
        </p:nvGrpSpPr>
        <p:grpSpPr>
          <a:xfrm>
            <a:off x="384738" y="485809"/>
            <a:ext cx="1941056" cy="266590"/>
            <a:chOff x="0" y="0"/>
            <a:chExt cx="5176149" cy="710907"/>
          </a:xfrm>
        </p:grpSpPr>
        <p:sp>
          <p:nvSpPr>
            <p:cNvPr id="191" name="Google Shape;191;p16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2" name="Google Shape;192;p16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16"/>
          <p:cNvGrpSpPr/>
          <p:nvPr/>
        </p:nvGrpSpPr>
        <p:grpSpPr>
          <a:xfrm>
            <a:off x="3533460" y="2334211"/>
            <a:ext cx="1241228" cy="1304495"/>
            <a:chOff x="0" y="-47625"/>
            <a:chExt cx="653794" cy="687119"/>
          </a:xfrm>
        </p:grpSpPr>
        <p:sp>
          <p:nvSpPr>
            <p:cNvPr id="194" name="Google Shape;194;p16"/>
            <p:cNvSpPr/>
            <p:nvPr/>
          </p:nvSpPr>
          <p:spPr>
            <a:xfrm>
              <a:off x="0" y="0"/>
              <a:ext cx="653794" cy="639494"/>
            </a:xfrm>
            <a:custGeom>
              <a:rect b="b" l="l" r="r" t="t"/>
              <a:pathLst>
                <a:path extrusionOk="0" h="639494" w="653794">
                  <a:moveTo>
                    <a:pt x="0" y="0"/>
                  </a:moveTo>
                  <a:lnTo>
                    <a:pt x="653794" y="0"/>
                  </a:lnTo>
                  <a:lnTo>
                    <a:pt x="653794" y="639494"/>
                  </a:lnTo>
                  <a:lnTo>
                    <a:pt x="0" y="639494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95" name="Google Shape;195;p16"/>
            <p:cNvSpPr txBox="1"/>
            <p:nvPr/>
          </p:nvSpPr>
          <p:spPr>
            <a:xfrm>
              <a:off x="0" y="-47625"/>
              <a:ext cx="653700" cy="6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6"/>
          <p:cNvSpPr txBox="1"/>
          <p:nvPr/>
        </p:nvSpPr>
        <p:spPr>
          <a:xfrm>
            <a:off x="47150" y="839050"/>
            <a:ext cx="8650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fr" sz="44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Objectif du projet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3533452" y="3857750"/>
            <a:ext cx="144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Compréhension de l'application du droit électoral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2325838" y="-326465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10"/>
                </a:lnTo>
                <a:lnTo>
                  <a:pt x="0" y="8867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6"/>
          <p:cNvSpPr/>
          <p:nvPr/>
        </p:nvSpPr>
        <p:spPr>
          <a:xfrm>
            <a:off x="7844047" y="622120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6"/>
          <p:cNvSpPr/>
          <p:nvPr/>
        </p:nvSpPr>
        <p:spPr>
          <a:xfrm>
            <a:off x="2510047" y="2867867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01" name="Google Shape;20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2950" y="401557"/>
            <a:ext cx="2546125" cy="36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33450" y="2421825"/>
            <a:ext cx="1241225" cy="124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17"/>
          <p:cNvGrpSpPr/>
          <p:nvPr/>
        </p:nvGrpSpPr>
        <p:grpSpPr>
          <a:xfrm>
            <a:off x="384738" y="485809"/>
            <a:ext cx="1941056" cy="266590"/>
            <a:chOff x="0" y="0"/>
            <a:chExt cx="5176149" cy="710907"/>
          </a:xfrm>
        </p:grpSpPr>
        <p:sp>
          <p:nvSpPr>
            <p:cNvPr id="210" name="Google Shape;210;p17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1" name="Google Shape;211;p17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17"/>
          <p:cNvSpPr txBox="1"/>
          <p:nvPr/>
        </p:nvSpPr>
        <p:spPr>
          <a:xfrm>
            <a:off x="217525" y="839050"/>
            <a:ext cx="8650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fr" sz="44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Organisation humaine JADE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2325838" y="-326465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10"/>
                </a:lnTo>
                <a:lnTo>
                  <a:pt x="0" y="8867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7"/>
          <p:cNvSpPr/>
          <p:nvPr/>
        </p:nvSpPr>
        <p:spPr>
          <a:xfrm>
            <a:off x="7833197" y="228270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5" name="Google Shape;21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2950" y="401557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17" name="Google Shape;217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7325" y="3181375"/>
            <a:ext cx="1568475" cy="156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59400" y="3181375"/>
            <a:ext cx="1568475" cy="156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23400" y="1711600"/>
            <a:ext cx="243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7"/>
          <p:cNvSpPr txBox="1"/>
          <p:nvPr/>
        </p:nvSpPr>
        <p:spPr>
          <a:xfrm>
            <a:off x="867309" y="2821075"/>
            <a:ext cx="13485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Stagiaires BD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6979375" y="2754475"/>
            <a:ext cx="1853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Stagiaires développement (nous)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3137375" y="3873900"/>
            <a:ext cx="29394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Maître de stage développeur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Professeur de droit référent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Professeur de bases de données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18"/>
          <p:cNvCxnSpPr/>
          <p:nvPr/>
        </p:nvCxnSpPr>
        <p:spPr>
          <a:xfrm flipH="1" rot="10800000">
            <a:off x="589861" y="2485212"/>
            <a:ext cx="2055900" cy="8400"/>
          </a:xfrm>
          <a:prstGeom prst="straightConnector1">
            <a:avLst/>
          </a:prstGeom>
          <a:noFill/>
          <a:ln cap="flat" cmpd="sng" w="23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18"/>
          <p:cNvCxnSpPr/>
          <p:nvPr/>
        </p:nvCxnSpPr>
        <p:spPr>
          <a:xfrm>
            <a:off x="2822527" y="2484848"/>
            <a:ext cx="1879200" cy="3000"/>
          </a:xfrm>
          <a:prstGeom prst="straightConnector1">
            <a:avLst/>
          </a:prstGeom>
          <a:noFill/>
          <a:ln cap="flat" cmpd="sng" w="23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18"/>
          <p:cNvCxnSpPr/>
          <p:nvPr/>
        </p:nvCxnSpPr>
        <p:spPr>
          <a:xfrm flipH="1" rot="10800000">
            <a:off x="4878419" y="2481815"/>
            <a:ext cx="1967400" cy="5700"/>
          </a:xfrm>
          <a:prstGeom prst="straightConnector1">
            <a:avLst/>
          </a:prstGeom>
          <a:noFill/>
          <a:ln cap="flat" cmpd="sng" w="23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8"/>
          <p:cNvSpPr txBox="1"/>
          <p:nvPr/>
        </p:nvSpPr>
        <p:spPr>
          <a:xfrm>
            <a:off x="283442" y="1083468"/>
            <a:ext cx="8115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4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Historique du projet</a:t>
            </a:r>
            <a:endParaRPr sz="440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4400">
              <a:solidFill>
                <a:srgbClr val="54545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283442" y="3152563"/>
            <a:ext cx="16824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fr" sz="21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Annotation manuelle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2557333" y="3152563"/>
            <a:ext cx="1682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fr" sz="21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50 labels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4701613" y="3152563"/>
            <a:ext cx="16824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fr" sz="21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Annotation manuelle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6846037" y="3152563"/>
            <a:ext cx="1682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fr" sz="21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7 labels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18"/>
          <p:cNvGrpSpPr/>
          <p:nvPr/>
        </p:nvGrpSpPr>
        <p:grpSpPr>
          <a:xfrm>
            <a:off x="384738" y="485809"/>
            <a:ext cx="1941056" cy="266590"/>
            <a:chOff x="0" y="0"/>
            <a:chExt cx="5176149" cy="710907"/>
          </a:xfrm>
        </p:grpSpPr>
        <p:sp>
          <p:nvSpPr>
            <p:cNvPr id="237" name="Google Shape;237;p18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8" name="Google Shape;238;p18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18"/>
          <p:cNvGrpSpPr/>
          <p:nvPr/>
        </p:nvGrpSpPr>
        <p:grpSpPr>
          <a:xfrm>
            <a:off x="283442" y="2144846"/>
            <a:ext cx="503484" cy="582889"/>
            <a:chOff x="0" y="-47625"/>
            <a:chExt cx="265201" cy="307026"/>
          </a:xfrm>
        </p:grpSpPr>
        <p:sp>
          <p:nvSpPr>
            <p:cNvPr id="240" name="Google Shape;240;p18"/>
            <p:cNvSpPr/>
            <p:nvPr/>
          </p:nvSpPr>
          <p:spPr>
            <a:xfrm>
              <a:off x="0" y="0"/>
              <a:ext cx="265201" cy="259401"/>
            </a:xfrm>
            <a:custGeom>
              <a:rect b="b" l="l" r="r" t="t"/>
              <a:pathLst>
                <a:path extrusionOk="0" h="259401" w="265201">
                  <a:moveTo>
                    <a:pt x="0" y="0"/>
                  </a:moveTo>
                  <a:lnTo>
                    <a:pt x="265201" y="0"/>
                  </a:lnTo>
                  <a:lnTo>
                    <a:pt x="265201" y="259401"/>
                  </a:lnTo>
                  <a:lnTo>
                    <a:pt x="0" y="259401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1" name="Google Shape;241;p18"/>
            <p:cNvSpPr txBox="1"/>
            <p:nvPr/>
          </p:nvSpPr>
          <p:spPr>
            <a:xfrm>
              <a:off x="0" y="-47625"/>
              <a:ext cx="2652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18"/>
          <p:cNvGrpSpPr/>
          <p:nvPr/>
        </p:nvGrpSpPr>
        <p:grpSpPr>
          <a:xfrm>
            <a:off x="2557333" y="2144846"/>
            <a:ext cx="503484" cy="582889"/>
            <a:chOff x="0" y="-47625"/>
            <a:chExt cx="265201" cy="307026"/>
          </a:xfrm>
        </p:grpSpPr>
        <p:sp>
          <p:nvSpPr>
            <p:cNvPr id="243" name="Google Shape;243;p18"/>
            <p:cNvSpPr/>
            <p:nvPr/>
          </p:nvSpPr>
          <p:spPr>
            <a:xfrm>
              <a:off x="0" y="0"/>
              <a:ext cx="265201" cy="259401"/>
            </a:xfrm>
            <a:custGeom>
              <a:rect b="b" l="l" r="r" t="t"/>
              <a:pathLst>
                <a:path extrusionOk="0" h="259401" w="265201">
                  <a:moveTo>
                    <a:pt x="0" y="0"/>
                  </a:moveTo>
                  <a:lnTo>
                    <a:pt x="265201" y="0"/>
                  </a:lnTo>
                  <a:lnTo>
                    <a:pt x="265201" y="259401"/>
                  </a:lnTo>
                  <a:lnTo>
                    <a:pt x="0" y="259401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4" name="Google Shape;244;p18"/>
            <p:cNvSpPr txBox="1"/>
            <p:nvPr/>
          </p:nvSpPr>
          <p:spPr>
            <a:xfrm>
              <a:off x="0" y="-47625"/>
              <a:ext cx="2652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18"/>
          <p:cNvGrpSpPr/>
          <p:nvPr/>
        </p:nvGrpSpPr>
        <p:grpSpPr>
          <a:xfrm>
            <a:off x="4701612" y="2144846"/>
            <a:ext cx="503484" cy="582889"/>
            <a:chOff x="0" y="-47625"/>
            <a:chExt cx="265201" cy="307026"/>
          </a:xfrm>
        </p:grpSpPr>
        <p:sp>
          <p:nvSpPr>
            <p:cNvPr id="246" name="Google Shape;246;p18"/>
            <p:cNvSpPr/>
            <p:nvPr/>
          </p:nvSpPr>
          <p:spPr>
            <a:xfrm>
              <a:off x="0" y="0"/>
              <a:ext cx="265201" cy="259401"/>
            </a:xfrm>
            <a:custGeom>
              <a:rect b="b" l="l" r="r" t="t"/>
              <a:pathLst>
                <a:path extrusionOk="0" h="259401" w="265201">
                  <a:moveTo>
                    <a:pt x="0" y="0"/>
                  </a:moveTo>
                  <a:lnTo>
                    <a:pt x="265201" y="0"/>
                  </a:lnTo>
                  <a:lnTo>
                    <a:pt x="265201" y="259401"/>
                  </a:lnTo>
                  <a:lnTo>
                    <a:pt x="0" y="259401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7" name="Google Shape;247;p18"/>
            <p:cNvSpPr txBox="1"/>
            <p:nvPr/>
          </p:nvSpPr>
          <p:spPr>
            <a:xfrm>
              <a:off x="0" y="-47625"/>
              <a:ext cx="2652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18"/>
          <p:cNvGrpSpPr/>
          <p:nvPr/>
        </p:nvGrpSpPr>
        <p:grpSpPr>
          <a:xfrm>
            <a:off x="6845891" y="2144846"/>
            <a:ext cx="503484" cy="582889"/>
            <a:chOff x="0" y="-47625"/>
            <a:chExt cx="265201" cy="307026"/>
          </a:xfrm>
        </p:grpSpPr>
        <p:sp>
          <p:nvSpPr>
            <p:cNvPr id="249" name="Google Shape;249;p18"/>
            <p:cNvSpPr/>
            <p:nvPr/>
          </p:nvSpPr>
          <p:spPr>
            <a:xfrm>
              <a:off x="0" y="0"/>
              <a:ext cx="265201" cy="259401"/>
            </a:xfrm>
            <a:custGeom>
              <a:rect b="b" l="l" r="r" t="t"/>
              <a:pathLst>
                <a:path extrusionOk="0" h="259401" w="265201">
                  <a:moveTo>
                    <a:pt x="0" y="0"/>
                  </a:moveTo>
                  <a:lnTo>
                    <a:pt x="265201" y="0"/>
                  </a:lnTo>
                  <a:lnTo>
                    <a:pt x="265201" y="259401"/>
                  </a:lnTo>
                  <a:lnTo>
                    <a:pt x="0" y="259401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50" name="Google Shape;250;p18"/>
            <p:cNvSpPr txBox="1"/>
            <p:nvPr/>
          </p:nvSpPr>
          <p:spPr>
            <a:xfrm>
              <a:off x="0" y="-47625"/>
              <a:ext cx="265200" cy="3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18"/>
          <p:cNvSpPr/>
          <p:nvPr/>
        </p:nvSpPr>
        <p:spPr>
          <a:xfrm>
            <a:off x="6932770" y="2299691"/>
            <a:ext cx="329712" cy="312926"/>
          </a:xfrm>
          <a:custGeom>
            <a:rect b="b" l="l" r="r" t="t"/>
            <a:pathLst>
              <a:path extrusionOk="0" h="625853" w="659423">
                <a:moveTo>
                  <a:pt x="0" y="0"/>
                </a:moveTo>
                <a:lnTo>
                  <a:pt x="659424" y="0"/>
                </a:lnTo>
                <a:lnTo>
                  <a:pt x="659424" y="625852"/>
                </a:lnTo>
                <a:lnTo>
                  <a:pt x="0" y="625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18"/>
          <p:cNvSpPr/>
          <p:nvPr/>
        </p:nvSpPr>
        <p:spPr>
          <a:xfrm>
            <a:off x="8206610" y="-619828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18"/>
          <p:cNvSpPr/>
          <p:nvPr/>
        </p:nvSpPr>
        <p:spPr>
          <a:xfrm>
            <a:off x="-1034990" y="4150911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10"/>
                </a:lnTo>
                <a:lnTo>
                  <a:pt x="0" y="8867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18"/>
          <p:cNvSpPr/>
          <p:nvPr/>
        </p:nvSpPr>
        <p:spPr>
          <a:xfrm>
            <a:off x="7158220" y="588336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18"/>
          <p:cNvSpPr/>
          <p:nvPr/>
        </p:nvSpPr>
        <p:spPr>
          <a:xfrm>
            <a:off x="3398564" y="432376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18"/>
          <p:cNvSpPr/>
          <p:nvPr/>
        </p:nvSpPr>
        <p:spPr>
          <a:xfrm rot="10800000">
            <a:off x="2644207" y="2330174"/>
            <a:ext cx="329712" cy="312926"/>
          </a:xfrm>
          <a:custGeom>
            <a:rect b="b" l="l" r="r" t="t"/>
            <a:pathLst>
              <a:path extrusionOk="0" h="625853" w="659423">
                <a:moveTo>
                  <a:pt x="0" y="0"/>
                </a:moveTo>
                <a:lnTo>
                  <a:pt x="659423" y="0"/>
                </a:lnTo>
                <a:lnTo>
                  <a:pt x="659423" y="625853"/>
                </a:lnTo>
                <a:lnTo>
                  <a:pt x="0" y="6258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7" name="Google Shape;25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950" y="401557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9"/>
          <p:cNvSpPr/>
          <p:nvPr/>
        </p:nvSpPr>
        <p:spPr>
          <a:xfrm>
            <a:off x="-3177062" y="514350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5" name="Google Shape;265;p19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266" name="Google Shape;266;p19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67" name="Google Shape;267;p19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19"/>
          <p:cNvGrpSpPr/>
          <p:nvPr/>
        </p:nvGrpSpPr>
        <p:grpSpPr>
          <a:xfrm>
            <a:off x="367743" y="2377954"/>
            <a:ext cx="3916190" cy="2311735"/>
            <a:chOff x="0" y="-241102"/>
            <a:chExt cx="10443173" cy="6164627"/>
          </a:xfrm>
        </p:grpSpPr>
        <p:grpSp>
          <p:nvGrpSpPr>
            <p:cNvPr id="269" name="Google Shape;269;p19"/>
            <p:cNvGrpSpPr/>
            <p:nvPr/>
          </p:nvGrpSpPr>
          <p:grpSpPr>
            <a:xfrm>
              <a:off x="0" y="-241102"/>
              <a:ext cx="10443173" cy="6164627"/>
              <a:chOff x="0" y="-47625"/>
              <a:chExt cx="2062849" cy="1217704"/>
            </a:xfrm>
          </p:grpSpPr>
          <p:sp>
            <p:nvSpPr>
              <p:cNvPr id="270" name="Google Shape;270;p19"/>
              <p:cNvSpPr/>
              <p:nvPr/>
            </p:nvSpPr>
            <p:spPr>
              <a:xfrm>
                <a:off x="0" y="0"/>
                <a:ext cx="2062849" cy="1170079"/>
              </a:xfrm>
              <a:custGeom>
                <a:rect b="b" l="l" r="r" t="t"/>
                <a:pathLst>
                  <a:path extrusionOk="0" h="1170079" w="2062849">
                    <a:moveTo>
                      <a:pt x="0" y="0"/>
                    </a:moveTo>
                    <a:lnTo>
                      <a:pt x="2062849" y="0"/>
                    </a:lnTo>
                    <a:lnTo>
                      <a:pt x="2062849" y="1170079"/>
                    </a:lnTo>
                    <a:lnTo>
                      <a:pt x="0" y="117007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271" name="Google Shape;271;p19"/>
              <p:cNvSpPr txBox="1"/>
              <p:nvPr/>
            </p:nvSpPr>
            <p:spPr>
              <a:xfrm>
                <a:off x="0" y="-47625"/>
                <a:ext cx="2062800" cy="121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2" name="Google Shape;272;p19"/>
            <p:cNvGrpSpPr/>
            <p:nvPr/>
          </p:nvGrpSpPr>
          <p:grpSpPr>
            <a:xfrm>
              <a:off x="502796" y="200310"/>
              <a:ext cx="9437583" cy="1233225"/>
              <a:chOff x="0" y="-47625"/>
              <a:chExt cx="1864214" cy="243600"/>
            </a:xfrm>
          </p:grpSpPr>
          <p:sp>
            <p:nvSpPr>
              <p:cNvPr id="273" name="Google Shape;273;p19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274" name="Google Shape;274;p19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5" name="Google Shape;275;p19"/>
          <p:cNvSpPr/>
          <p:nvPr/>
        </p:nvSpPr>
        <p:spPr>
          <a:xfrm>
            <a:off x="384738" y="166858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19"/>
          <p:cNvSpPr txBox="1"/>
          <p:nvPr/>
        </p:nvSpPr>
        <p:spPr>
          <a:xfrm>
            <a:off x="644506" y="2702553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artir du code existant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8046203" y="-183572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9"/>
          <p:cNvSpPr/>
          <p:nvPr/>
        </p:nvSpPr>
        <p:spPr>
          <a:xfrm>
            <a:off x="7261244" y="371111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19"/>
          <p:cNvSpPr/>
          <p:nvPr/>
        </p:nvSpPr>
        <p:spPr>
          <a:xfrm>
            <a:off x="4267169" y="483811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80" name="Google Shape;28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950" y="371092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 txBox="1"/>
          <p:nvPr/>
        </p:nvSpPr>
        <p:spPr>
          <a:xfrm>
            <a:off x="151925" y="841250"/>
            <a:ext cx="8992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Points positifs / contraintes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/>
          <p:nvPr/>
        </p:nvSpPr>
        <p:spPr>
          <a:xfrm>
            <a:off x="-3177062" y="514350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9" name="Google Shape;289;p20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290" name="Google Shape;290;p20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1" name="Google Shape;291;p20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20"/>
          <p:cNvGrpSpPr/>
          <p:nvPr/>
        </p:nvGrpSpPr>
        <p:grpSpPr>
          <a:xfrm>
            <a:off x="367743" y="2377954"/>
            <a:ext cx="3916190" cy="2311735"/>
            <a:chOff x="0" y="-241102"/>
            <a:chExt cx="10443173" cy="6164627"/>
          </a:xfrm>
        </p:grpSpPr>
        <p:grpSp>
          <p:nvGrpSpPr>
            <p:cNvPr id="293" name="Google Shape;293;p20"/>
            <p:cNvGrpSpPr/>
            <p:nvPr/>
          </p:nvGrpSpPr>
          <p:grpSpPr>
            <a:xfrm>
              <a:off x="0" y="-241102"/>
              <a:ext cx="10443173" cy="6164627"/>
              <a:chOff x="0" y="-47625"/>
              <a:chExt cx="2062849" cy="1217704"/>
            </a:xfrm>
          </p:grpSpPr>
          <p:sp>
            <p:nvSpPr>
              <p:cNvPr id="294" name="Google Shape;294;p20"/>
              <p:cNvSpPr/>
              <p:nvPr/>
            </p:nvSpPr>
            <p:spPr>
              <a:xfrm>
                <a:off x="0" y="0"/>
                <a:ext cx="2062849" cy="1170079"/>
              </a:xfrm>
              <a:custGeom>
                <a:rect b="b" l="l" r="r" t="t"/>
                <a:pathLst>
                  <a:path extrusionOk="0" h="1170079" w="2062849">
                    <a:moveTo>
                      <a:pt x="0" y="0"/>
                    </a:moveTo>
                    <a:lnTo>
                      <a:pt x="2062849" y="0"/>
                    </a:lnTo>
                    <a:lnTo>
                      <a:pt x="2062849" y="1170079"/>
                    </a:lnTo>
                    <a:lnTo>
                      <a:pt x="0" y="117007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295" name="Google Shape;295;p20"/>
              <p:cNvSpPr txBox="1"/>
              <p:nvPr/>
            </p:nvSpPr>
            <p:spPr>
              <a:xfrm>
                <a:off x="0" y="-47625"/>
                <a:ext cx="2062800" cy="121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6" name="Google Shape;296;p20"/>
            <p:cNvGrpSpPr/>
            <p:nvPr/>
          </p:nvGrpSpPr>
          <p:grpSpPr>
            <a:xfrm>
              <a:off x="502796" y="200310"/>
              <a:ext cx="9437583" cy="1233225"/>
              <a:chOff x="0" y="-47625"/>
              <a:chExt cx="1864214" cy="243600"/>
            </a:xfrm>
          </p:grpSpPr>
          <p:sp>
            <p:nvSpPr>
              <p:cNvPr id="297" name="Google Shape;297;p20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298" name="Google Shape;298;p20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9" name="Google Shape;299;p20"/>
          <p:cNvSpPr/>
          <p:nvPr/>
        </p:nvSpPr>
        <p:spPr>
          <a:xfrm>
            <a:off x="384738" y="166858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20"/>
          <p:cNvSpPr txBox="1"/>
          <p:nvPr/>
        </p:nvSpPr>
        <p:spPr>
          <a:xfrm>
            <a:off x="644506" y="2702553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artir du code existant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8046203" y="-183572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20"/>
          <p:cNvSpPr/>
          <p:nvPr/>
        </p:nvSpPr>
        <p:spPr>
          <a:xfrm>
            <a:off x="7217819" y="371111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20"/>
          <p:cNvSpPr/>
          <p:nvPr/>
        </p:nvSpPr>
        <p:spPr>
          <a:xfrm>
            <a:off x="4267169" y="483811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20"/>
          <p:cNvSpPr txBox="1"/>
          <p:nvPr/>
        </p:nvSpPr>
        <p:spPr>
          <a:xfrm>
            <a:off x="556300" y="3049550"/>
            <a:ext cx="34056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556292" y="3139971"/>
            <a:ext cx="3537346" cy="371857"/>
          </a:xfrm>
          <a:custGeom>
            <a:rect b="b" l="l" r="r" t="t"/>
            <a:pathLst>
              <a:path extrusionOk="0" h="195972" w="1864214">
                <a:moveTo>
                  <a:pt x="0" y="0"/>
                </a:moveTo>
                <a:lnTo>
                  <a:pt x="1864214" y="0"/>
                </a:lnTo>
                <a:lnTo>
                  <a:pt x="1864214" y="195972"/>
                </a:lnTo>
                <a:lnTo>
                  <a:pt x="0" y="195972"/>
                </a:lnTo>
                <a:close/>
              </a:path>
            </a:pathLst>
          </a:custGeom>
          <a:solidFill>
            <a:srgbClr val="38B6FF"/>
          </a:solidFill>
          <a:ln cap="sq" cmpd="sng" w="47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06" name="Google Shape;306;p20"/>
          <p:cNvSpPr txBox="1"/>
          <p:nvPr/>
        </p:nvSpPr>
        <p:spPr>
          <a:xfrm>
            <a:off x="644506" y="3213164"/>
            <a:ext cx="3197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lusieurs milliers de données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950" y="371092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/>
          <p:cNvSpPr txBox="1"/>
          <p:nvPr/>
        </p:nvSpPr>
        <p:spPr>
          <a:xfrm>
            <a:off x="151925" y="841250"/>
            <a:ext cx="8992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Points positifs / contraintes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/>
          <p:nvPr/>
        </p:nvSpPr>
        <p:spPr>
          <a:xfrm>
            <a:off x="-3177062" y="514350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6" name="Google Shape;316;p21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317" name="Google Shape;317;p21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8" name="Google Shape;318;p21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21"/>
          <p:cNvGrpSpPr/>
          <p:nvPr/>
        </p:nvGrpSpPr>
        <p:grpSpPr>
          <a:xfrm>
            <a:off x="367743" y="2377954"/>
            <a:ext cx="3916190" cy="2311735"/>
            <a:chOff x="0" y="-241102"/>
            <a:chExt cx="10443173" cy="6164627"/>
          </a:xfrm>
        </p:grpSpPr>
        <p:grpSp>
          <p:nvGrpSpPr>
            <p:cNvPr id="320" name="Google Shape;320;p21"/>
            <p:cNvGrpSpPr/>
            <p:nvPr/>
          </p:nvGrpSpPr>
          <p:grpSpPr>
            <a:xfrm>
              <a:off x="0" y="-241102"/>
              <a:ext cx="10443173" cy="6164627"/>
              <a:chOff x="0" y="-47625"/>
              <a:chExt cx="2062849" cy="1217704"/>
            </a:xfrm>
          </p:grpSpPr>
          <p:sp>
            <p:nvSpPr>
              <p:cNvPr id="321" name="Google Shape;321;p21"/>
              <p:cNvSpPr/>
              <p:nvPr/>
            </p:nvSpPr>
            <p:spPr>
              <a:xfrm>
                <a:off x="0" y="0"/>
                <a:ext cx="2062849" cy="1170079"/>
              </a:xfrm>
              <a:custGeom>
                <a:rect b="b" l="l" r="r" t="t"/>
                <a:pathLst>
                  <a:path extrusionOk="0" h="1170079" w="2062849">
                    <a:moveTo>
                      <a:pt x="0" y="0"/>
                    </a:moveTo>
                    <a:lnTo>
                      <a:pt x="2062849" y="0"/>
                    </a:lnTo>
                    <a:lnTo>
                      <a:pt x="2062849" y="1170079"/>
                    </a:lnTo>
                    <a:lnTo>
                      <a:pt x="0" y="117007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22" name="Google Shape;322;p21"/>
              <p:cNvSpPr txBox="1"/>
              <p:nvPr/>
            </p:nvSpPr>
            <p:spPr>
              <a:xfrm>
                <a:off x="0" y="-47625"/>
                <a:ext cx="2062800" cy="121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3" name="Google Shape;323;p21"/>
            <p:cNvGrpSpPr/>
            <p:nvPr/>
          </p:nvGrpSpPr>
          <p:grpSpPr>
            <a:xfrm>
              <a:off x="502796" y="200310"/>
              <a:ext cx="9437583" cy="1233225"/>
              <a:chOff x="0" y="-47625"/>
              <a:chExt cx="1864214" cy="243600"/>
            </a:xfrm>
          </p:grpSpPr>
          <p:sp>
            <p:nvSpPr>
              <p:cNvPr id="324" name="Google Shape;324;p21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25" name="Google Shape;325;p21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6" name="Google Shape;326;p21"/>
          <p:cNvSpPr/>
          <p:nvPr/>
        </p:nvSpPr>
        <p:spPr>
          <a:xfrm>
            <a:off x="384738" y="166858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21"/>
          <p:cNvSpPr txBox="1"/>
          <p:nvPr/>
        </p:nvSpPr>
        <p:spPr>
          <a:xfrm>
            <a:off x="644506" y="2702553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artir du code existant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8046203" y="-183572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21"/>
          <p:cNvSpPr/>
          <p:nvPr/>
        </p:nvSpPr>
        <p:spPr>
          <a:xfrm>
            <a:off x="7217819" y="245936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0" name="Google Shape;330;p21"/>
          <p:cNvSpPr/>
          <p:nvPr/>
        </p:nvSpPr>
        <p:spPr>
          <a:xfrm>
            <a:off x="4267169" y="483811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21"/>
          <p:cNvSpPr txBox="1"/>
          <p:nvPr/>
        </p:nvSpPr>
        <p:spPr>
          <a:xfrm>
            <a:off x="556300" y="3049550"/>
            <a:ext cx="34056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556292" y="3139971"/>
            <a:ext cx="3537346" cy="371857"/>
          </a:xfrm>
          <a:custGeom>
            <a:rect b="b" l="l" r="r" t="t"/>
            <a:pathLst>
              <a:path extrusionOk="0" h="195972" w="1864214">
                <a:moveTo>
                  <a:pt x="0" y="0"/>
                </a:moveTo>
                <a:lnTo>
                  <a:pt x="1864214" y="0"/>
                </a:lnTo>
                <a:lnTo>
                  <a:pt x="1864214" y="195972"/>
                </a:lnTo>
                <a:lnTo>
                  <a:pt x="0" y="195972"/>
                </a:lnTo>
                <a:close/>
              </a:path>
            </a:pathLst>
          </a:custGeom>
          <a:solidFill>
            <a:srgbClr val="38B6FF"/>
          </a:solidFill>
          <a:ln cap="sq" cmpd="sng" w="47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33" name="Google Shape;333;p21"/>
          <p:cNvSpPr txBox="1"/>
          <p:nvPr/>
        </p:nvSpPr>
        <p:spPr>
          <a:xfrm>
            <a:off x="644506" y="3213164"/>
            <a:ext cx="3197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lusieurs milliers de données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557167" y="3654771"/>
            <a:ext cx="3537346" cy="371857"/>
          </a:xfrm>
          <a:custGeom>
            <a:rect b="b" l="l" r="r" t="t"/>
            <a:pathLst>
              <a:path extrusionOk="0" h="195972" w="1864214">
                <a:moveTo>
                  <a:pt x="0" y="0"/>
                </a:moveTo>
                <a:lnTo>
                  <a:pt x="1864214" y="0"/>
                </a:lnTo>
                <a:lnTo>
                  <a:pt x="1864214" y="195972"/>
                </a:lnTo>
                <a:lnTo>
                  <a:pt x="0" y="195972"/>
                </a:lnTo>
                <a:close/>
              </a:path>
            </a:pathLst>
          </a:custGeom>
          <a:solidFill>
            <a:srgbClr val="38B6FF"/>
          </a:solidFill>
          <a:ln cap="sq" cmpd="sng" w="47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35" name="Google Shape;335;p21"/>
          <p:cNvSpPr txBox="1"/>
          <p:nvPr/>
        </p:nvSpPr>
        <p:spPr>
          <a:xfrm>
            <a:off x="644506" y="3725609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pen source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950" y="371092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1"/>
          <p:cNvSpPr txBox="1"/>
          <p:nvPr/>
        </p:nvSpPr>
        <p:spPr>
          <a:xfrm>
            <a:off x="151925" y="841250"/>
            <a:ext cx="8992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Points positifs / contraintes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2"/>
          <p:cNvSpPr/>
          <p:nvPr/>
        </p:nvSpPr>
        <p:spPr>
          <a:xfrm>
            <a:off x="-3177062" y="514350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5" name="Google Shape;345;p22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346" name="Google Shape;346;p22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7" name="Google Shape;347;p22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22"/>
          <p:cNvGrpSpPr/>
          <p:nvPr/>
        </p:nvGrpSpPr>
        <p:grpSpPr>
          <a:xfrm>
            <a:off x="367743" y="2377954"/>
            <a:ext cx="3916190" cy="2311735"/>
            <a:chOff x="0" y="-241102"/>
            <a:chExt cx="10443173" cy="6164627"/>
          </a:xfrm>
        </p:grpSpPr>
        <p:grpSp>
          <p:nvGrpSpPr>
            <p:cNvPr id="349" name="Google Shape;349;p22"/>
            <p:cNvGrpSpPr/>
            <p:nvPr/>
          </p:nvGrpSpPr>
          <p:grpSpPr>
            <a:xfrm>
              <a:off x="0" y="-241102"/>
              <a:ext cx="10443173" cy="6164627"/>
              <a:chOff x="0" y="-47625"/>
              <a:chExt cx="2062849" cy="1217704"/>
            </a:xfrm>
          </p:grpSpPr>
          <p:sp>
            <p:nvSpPr>
              <p:cNvPr id="350" name="Google Shape;350;p22"/>
              <p:cNvSpPr/>
              <p:nvPr/>
            </p:nvSpPr>
            <p:spPr>
              <a:xfrm>
                <a:off x="0" y="0"/>
                <a:ext cx="2062849" cy="1170079"/>
              </a:xfrm>
              <a:custGeom>
                <a:rect b="b" l="l" r="r" t="t"/>
                <a:pathLst>
                  <a:path extrusionOk="0" h="1170079" w="2062849">
                    <a:moveTo>
                      <a:pt x="0" y="0"/>
                    </a:moveTo>
                    <a:lnTo>
                      <a:pt x="2062849" y="0"/>
                    </a:lnTo>
                    <a:lnTo>
                      <a:pt x="2062849" y="1170079"/>
                    </a:lnTo>
                    <a:lnTo>
                      <a:pt x="0" y="117007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51" name="Google Shape;351;p22"/>
              <p:cNvSpPr txBox="1"/>
              <p:nvPr/>
            </p:nvSpPr>
            <p:spPr>
              <a:xfrm>
                <a:off x="0" y="-47625"/>
                <a:ext cx="2062800" cy="121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2" name="Google Shape;352;p22"/>
            <p:cNvGrpSpPr/>
            <p:nvPr/>
          </p:nvGrpSpPr>
          <p:grpSpPr>
            <a:xfrm>
              <a:off x="502796" y="200310"/>
              <a:ext cx="9437583" cy="1233225"/>
              <a:chOff x="0" y="-47625"/>
              <a:chExt cx="1864214" cy="243600"/>
            </a:xfrm>
          </p:grpSpPr>
          <p:sp>
            <p:nvSpPr>
              <p:cNvPr id="353" name="Google Shape;353;p22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54" name="Google Shape;354;p22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5" name="Google Shape;355;p22"/>
          <p:cNvSpPr/>
          <p:nvPr/>
        </p:nvSpPr>
        <p:spPr>
          <a:xfrm>
            <a:off x="384738" y="166858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22"/>
          <p:cNvSpPr txBox="1"/>
          <p:nvPr/>
        </p:nvSpPr>
        <p:spPr>
          <a:xfrm>
            <a:off x="644506" y="2702553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artir du code existant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8046203" y="-183572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8" name="Google Shape;358;p22"/>
          <p:cNvSpPr/>
          <p:nvPr/>
        </p:nvSpPr>
        <p:spPr>
          <a:xfrm>
            <a:off x="7282919" y="371111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9" name="Google Shape;359;p22"/>
          <p:cNvSpPr/>
          <p:nvPr/>
        </p:nvSpPr>
        <p:spPr>
          <a:xfrm>
            <a:off x="4267169" y="483811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22"/>
          <p:cNvSpPr txBox="1"/>
          <p:nvPr/>
        </p:nvSpPr>
        <p:spPr>
          <a:xfrm>
            <a:off x="556300" y="3049550"/>
            <a:ext cx="34056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556292" y="3139971"/>
            <a:ext cx="3537346" cy="371857"/>
          </a:xfrm>
          <a:custGeom>
            <a:rect b="b" l="l" r="r" t="t"/>
            <a:pathLst>
              <a:path extrusionOk="0" h="195972" w="1864214">
                <a:moveTo>
                  <a:pt x="0" y="0"/>
                </a:moveTo>
                <a:lnTo>
                  <a:pt x="1864214" y="0"/>
                </a:lnTo>
                <a:lnTo>
                  <a:pt x="1864214" y="195972"/>
                </a:lnTo>
                <a:lnTo>
                  <a:pt x="0" y="195972"/>
                </a:lnTo>
                <a:close/>
              </a:path>
            </a:pathLst>
          </a:custGeom>
          <a:solidFill>
            <a:srgbClr val="38B6FF"/>
          </a:solidFill>
          <a:ln cap="sq" cmpd="sng" w="47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62" name="Google Shape;362;p22"/>
          <p:cNvSpPr txBox="1"/>
          <p:nvPr/>
        </p:nvSpPr>
        <p:spPr>
          <a:xfrm>
            <a:off x="644506" y="3213164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lusieurs milliers de données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557167" y="3654771"/>
            <a:ext cx="3537346" cy="371857"/>
          </a:xfrm>
          <a:custGeom>
            <a:rect b="b" l="l" r="r" t="t"/>
            <a:pathLst>
              <a:path extrusionOk="0" h="195972" w="1864214">
                <a:moveTo>
                  <a:pt x="0" y="0"/>
                </a:moveTo>
                <a:lnTo>
                  <a:pt x="1864214" y="0"/>
                </a:lnTo>
                <a:lnTo>
                  <a:pt x="1864214" y="195972"/>
                </a:lnTo>
                <a:lnTo>
                  <a:pt x="0" y="195972"/>
                </a:lnTo>
                <a:close/>
              </a:path>
            </a:pathLst>
          </a:custGeom>
          <a:solidFill>
            <a:srgbClr val="38B6FF"/>
          </a:solidFill>
          <a:ln cap="sq" cmpd="sng" w="47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64" name="Google Shape;364;p22"/>
          <p:cNvSpPr txBox="1"/>
          <p:nvPr/>
        </p:nvSpPr>
        <p:spPr>
          <a:xfrm>
            <a:off x="644506" y="3725609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pen source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557167" y="4169571"/>
            <a:ext cx="3537346" cy="371857"/>
          </a:xfrm>
          <a:custGeom>
            <a:rect b="b" l="l" r="r" t="t"/>
            <a:pathLst>
              <a:path extrusionOk="0" h="195972" w="1864214">
                <a:moveTo>
                  <a:pt x="0" y="0"/>
                </a:moveTo>
                <a:lnTo>
                  <a:pt x="1864214" y="0"/>
                </a:lnTo>
                <a:lnTo>
                  <a:pt x="1864214" y="195972"/>
                </a:lnTo>
                <a:lnTo>
                  <a:pt x="0" y="195972"/>
                </a:lnTo>
                <a:close/>
              </a:path>
            </a:pathLst>
          </a:custGeom>
          <a:solidFill>
            <a:srgbClr val="38B6FF"/>
          </a:solidFill>
          <a:ln cap="sq" cmpd="sng" w="47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66" name="Google Shape;366;p22"/>
          <p:cNvSpPr txBox="1"/>
          <p:nvPr/>
        </p:nvSpPr>
        <p:spPr>
          <a:xfrm>
            <a:off x="644506" y="4238054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ssez similaire à des projets réalisés en BUT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950" y="371092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2"/>
          <p:cNvSpPr txBox="1"/>
          <p:nvPr/>
        </p:nvSpPr>
        <p:spPr>
          <a:xfrm>
            <a:off x="151925" y="841250"/>
            <a:ext cx="8992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Points positifs / contraintes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3"/>
          <p:cNvSpPr/>
          <p:nvPr/>
        </p:nvSpPr>
        <p:spPr>
          <a:xfrm>
            <a:off x="-3177062" y="514350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6" name="Google Shape;376;p23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377" name="Google Shape;377;p23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8" name="Google Shape;378;p23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9" name="Google Shape;379;p23"/>
          <p:cNvGrpSpPr/>
          <p:nvPr/>
        </p:nvGrpSpPr>
        <p:grpSpPr>
          <a:xfrm>
            <a:off x="5013947" y="2468368"/>
            <a:ext cx="3916190" cy="2221322"/>
            <a:chOff x="0" y="0"/>
            <a:chExt cx="10443173" cy="5923525"/>
          </a:xfrm>
        </p:grpSpPr>
        <p:sp>
          <p:nvSpPr>
            <p:cNvPr id="380" name="Google Shape;380;p23"/>
            <p:cNvSpPr/>
            <p:nvPr/>
          </p:nvSpPr>
          <p:spPr>
            <a:xfrm>
              <a:off x="0" y="0"/>
              <a:ext cx="10443173" cy="5923525"/>
            </a:xfrm>
            <a:custGeom>
              <a:rect b="b" l="l" r="r" t="t"/>
              <a:pathLst>
                <a:path extrusionOk="0" h="1170079" w="2062849">
                  <a:moveTo>
                    <a:pt x="0" y="0"/>
                  </a:moveTo>
                  <a:lnTo>
                    <a:pt x="2062849" y="0"/>
                  </a:lnTo>
                  <a:lnTo>
                    <a:pt x="2062849" y="1170079"/>
                  </a:lnTo>
                  <a:lnTo>
                    <a:pt x="0" y="11700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grpSp>
          <p:nvGrpSpPr>
            <p:cNvPr id="381" name="Google Shape;381;p23"/>
            <p:cNvGrpSpPr/>
            <p:nvPr/>
          </p:nvGrpSpPr>
          <p:grpSpPr>
            <a:xfrm>
              <a:off x="502796" y="200310"/>
              <a:ext cx="9437583" cy="1233225"/>
              <a:chOff x="0" y="-47625"/>
              <a:chExt cx="1864214" cy="243600"/>
            </a:xfrm>
          </p:grpSpPr>
          <p:sp>
            <p:nvSpPr>
              <p:cNvPr id="382" name="Google Shape;382;p23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83" name="Google Shape;383;p23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4" name="Google Shape;384;p23"/>
          <p:cNvGrpSpPr/>
          <p:nvPr/>
        </p:nvGrpSpPr>
        <p:grpSpPr>
          <a:xfrm>
            <a:off x="367743" y="2377954"/>
            <a:ext cx="3916190" cy="2311735"/>
            <a:chOff x="0" y="-241102"/>
            <a:chExt cx="10443173" cy="6164627"/>
          </a:xfrm>
        </p:grpSpPr>
        <p:grpSp>
          <p:nvGrpSpPr>
            <p:cNvPr id="385" name="Google Shape;385;p23"/>
            <p:cNvGrpSpPr/>
            <p:nvPr/>
          </p:nvGrpSpPr>
          <p:grpSpPr>
            <a:xfrm>
              <a:off x="0" y="-241102"/>
              <a:ext cx="10443173" cy="6164627"/>
              <a:chOff x="0" y="-47625"/>
              <a:chExt cx="2062849" cy="1217704"/>
            </a:xfrm>
          </p:grpSpPr>
          <p:sp>
            <p:nvSpPr>
              <p:cNvPr id="386" name="Google Shape;386;p23"/>
              <p:cNvSpPr/>
              <p:nvPr/>
            </p:nvSpPr>
            <p:spPr>
              <a:xfrm>
                <a:off x="0" y="0"/>
                <a:ext cx="2062849" cy="1170079"/>
              </a:xfrm>
              <a:custGeom>
                <a:rect b="b" l="l" r="r" t="t"/>
                <a:pathLst>
                  <a:path extrusionOk="0" h="1170079" w="2062849">
                    <a:moveTo>
                      <a:pt x="0" y="0"/>
                    </a:moveTo>
                    <a:lnTo>
                      <a:pt x="2062849" y="0"/>
                    </a:lnTo>
                    <a:lnTo>
                      <a:pt x="2062849" y="1170079"/>
                    </a:lnTo>
                    <a:lnTo>
                      <a:pt x="0" y="117007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87" name="Google Shape;387;p23"/>
              <p:cNvSpPr txBox="1"/>
              <p:nvPr/>
            </p:nvSpPr>
            <p:spPr>
              <a:xfrm>
                <a:off x="0" y="-47625"/>
                <a:ext cx="2062800" cy="121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" name="Google Shape;388;p23"/>
            <p:cNvGrpSpPr/>
            <p:nvPr/>
          </p:nvGrpSpPr>
          <p:grpSpPr>
            <a:xfrm>
              <a:off x="502796" y="200310"/>
              <a:ext cx="9437583" cy="1233225"/>
              <a:chOff x="0" y="-47625"/>
              <a:chExt cx="1864214" cy="243600"/>
            </a:xfrm>
          </p:grpSpPr>
          <p:sp>
            <p:nvSpPr>
              <p:cNvPr id="389" name="Google Shape;389;p23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90" name="Google Shape;390;p23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1" name="Google Shape;391;p23"/>
            <p:cNvGrpSpPr/>
            <p:nvPr/>
          </p:nvGrpSpPr>
          <p:grpSpPr>
            <a:xfrm>
              <a:off x="502796" y="1549819"/>
              <a:ext cx="9437583" cy="1233231"/>
              <a:chOff x="0" y="-47629"/>
              <a:chExt cx="1864214" cy="243601"/>
            </a:xfrm>
          </p:grpSpPr>
          <p:sp>
            <p:nvSpPr>
              <p:cNvPr id="392" name="Google Shape;392;p23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93" name="Google Shape;393;p23"/>
              <p:cNvSpPr txBox="1"/>
              <p:nvPr/>
            </p:nvSpPr>
            <p:spPr>
              <a:xfrm>
                <a:off x="4" y="-47629"/>
                <a:ext cx="17859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4" name="Google Shape;394;p23"/>
            <p:cNvGrpSpPr/>
            <p:nvPr/>
          </p:nvGrpSpPr>
          <p:grpSpPr>
            <a:xfrm>
              <a:off x="502796" y="2899373"/>
              <a:ext cx="9437583" cy="1233225"/>
              <a:chOff x="0" y="-47625"/>
              <a:chExt cx="1864214" cy="243600"/>
            </a:xfrm>
          </p:grpSpPr>
          <p:sp>
            <p:nvSpPr>
              <p:cNvPr id="395" name="Google Shape;395;p23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96" name="Google Shape;396;p23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7" name="Google Shape;397;p23"/>
            <p:cNvGrpSpPr/>
            <p:nvPr/>
          </p:nvGrpSpPr>
          <p:grpSpPr>
            <a:xfrm>
              <a:off x="502796" y="4248904"/>
              <a:ext cx="9437583" cy="1233225"/>
              <a:chOff x="0" y="-47625"/>
              <a:chExt cx="1864214" cy="243600"/>
            </a:xfrm>
          </p:grpSpPr>
          <p:sp>
            <p:nvSpPr>
              <p:cNvPr id="398" name="Google Shape;398;p23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99" name="Google Shape;399;p23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00" name="Google Shape;400;p23"/>
          <p:cNvSpPr/>
          <p:nvPr/>
        </p:nvSpPr>
        <p:spPr>
          <a:xfrm>
            <a:off x="384738" y="166858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1" name="Google Shape;401;p23"/>
          <p:cNvSpPr/>
          <p:nvPr/>
        </p:nvSpPr>
        <p:spPr>
          <a:xfrm rot="10800000">
            <a:off x="5013947" y="166858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p23"/>
          <p:cNvSpPr txBox="1"/>
          <p:nvPr/>
        </p:nvSpPr>
        <p:spPr>
          <a:xfrm>
            <a:off x="644506" y="2702553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artir du code existant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3"/>
          <p:cNvSpPr txBox="1"/>
          <p:nvPr/>
        </p:nvSpPr>
        <p:spPr>
          <a:xfrm>
            <a:off x="5290071" y="2702553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meliorer les resultats du modele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3"/>
          <p:cNvSpPr txBox="1"/>
          <p:nvPr/>
        </p:nvSpPr>
        <p:spPr>
          <a:xfrm>
            <a:off x="644506" y="3213164"/>
            <a:ext cx="3197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lusieurs milliers de données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3"/>
          <p:cNvSpPr txBox="1"/>
          <p:nvPr/>
        </p:nvSpPr>
        <p:spPr>
          <a:xfrm>
            <a:off x="644506" y="3725609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pen source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3"/>
          <p:cNvSpPr txBox="1"/>
          <p:nvPr/>
        </p:nvSpPr>
        <p:spPr>
          <a:xfrm>
            <a:off x="644506" y="4238054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ssez similaire à des projets réalisés en BUT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8046203" y="-183572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8" name="Google Shape;408;p23"/>
          <p:cNvSpPr/>
          <p:nvPr/>
        </p:nvSpPr>
        <p:spPr>
          <a:xfrm>
            <a:off x="7315469" y="308011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9" name="Google Shape;409;p23"/>
          <p:cNvSpPr/>
          <p:nvPr/>
        </p:nvSpPr>
        <p:spPr>
          <a:xfrm>
            <a:off x="4267169" y="483811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10" name="Google Shape;410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950" y="371092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3"/>
          <p:cNvSpPr txBox="1"/>
          <p:nvPr/>
        </p:nvSpPr>
        <p:spPr>
          <a:xfrm>
            <a:off x="151925" y="841250"/>
            <a:ext cx="8992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Points positifs / contraintes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4"/>
          <p:cNvSpPr/>
          <p:nvPr/>
        </p:nvSpPr>
        <p:spPr>
          <a:xfrm>
            <a:off x="-3177062" y="514350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9" name="Google Shape;419;p24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420" name="Google Shape;420;p24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21" name="Google Shape;421;p24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" name="Google Shape;422;p24"/>
          <p:cNvGrpSpPr/>
          <p:nvPr/>
        </p:nvGrpSpPr>
        <p:grpSpPr>
          <a:xfrm>
            <a:off x="5013947" y="2377954"/>
            <a:ext cx="3916190" cy="2311735"/>
            <a:chOff x="0" y="-241102"/>
            <a:chExt cx="10443173" cy="6164627"/>
          </a:xfrm>
        </p:grpSpPr>
        <p:grpSp>
          <p:nvGrpSpPr>
            <p:cNvPr id="423" name="Google Shape;423;p24"/>
            <p:cNvGrpSpPr/>
            <p:nvPr/>
          </p:nvGrpSpPr>
          <p:grpSpPr>
            <a:xfrm>
              <a:off x="0" y="-241102"/>
              <a:ext cx="10443173" cy="6164627"/>
              <a:chOff x="0" y="-47625"/>
              <a:chExt cx="2062849" cy="1217704"/>
            </a:xfrm>
          </p:grpSpPr>
          <p:sp>
            <p:nvSpPr>
              <p:cNvPr id="424" name="Google Shape;424;p24"/>
              <p:cNvSpPr/>
              <p:nvPr/>
            </p:nvSpPr>
            <p:spPr>
              <a:xfrm>
                <a:off x="0" y="0"/>
                <a:ext cx="2062849" cy="1170079"/>
              </a:xfrm>
              <a:custGeom>
                <a:rect b="b" l="l" r="r" t="t"/>
                <a:pathLst>
                  <a:path extrusionOk="0" h="1170079" w="2062849">
                    <a:moveTo>
                      <a:pt x="0" y="0"/>
                    </a:moveTo>
                    <a:lnTo>
                      <a:pt x="2062849" y="0"/>
                    </a:lnTo>
                    <a:lnTo>
                      <a:pt x="2062849" y="1170079"/>
                    </a:lnTo>
                    <a:lnTo>
                      <a:pt x="0" y="117007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25" name="Google Shape;425;p24"/>
              <p:cNvSpPr txBox="1"/>
              <p:nvPr/>
            </p:nvSpPr>
            <p:spPr>
              <a:xfrm>
                <a:off x="0" y="-47625"/>
                <a:ext cx="2062800" cy="121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24"/>
            <p:cNvGrpSpPr/>
            <p:nvPr/>
          </p:nvGrpSpPr>
          <p:grpSpPr>
            <a:xfrm>
              <a:off x="502796" y="200310"/>
              <a:ext cx="9437583" cy="1233225"/>
              <a:chOff x="0" y="-47625"/>
              <a:chExt cx="1864214" cy="243600"/>
            </a:xfrm>
          </p:grpSpPr>
          <p:sp>
            <p:nvSpPr>
              <p:cNvPr id="427" name="Google Shape;427;p24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28" name="Google Shape;428;p24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9" name="Google Shape;429;p24"/>
            <p:cNvGrpSpPr/>
            <p:nvPr/>
          </p:nvGrpSpPr>
          <p:grpSpPr>
            <a:xfrm>
              <a:off x="502796" y="1549841"/>
              <a:ext cx="9437583" cy="1233225"/>
              <a:chOff x="0" y="-47625"/>
              <a:chExt cx="1864214" cy="243600"/>
            </a:xfrm>
          </p:grpSpPr>
          <p:sp>
            <p:nvSpPr>
              <p:cNvPr id="430" name="Google Shape;430;p24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31" name="Google Shape;431;p24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2" name="Google Shape;432;p24"/>
          <p:cNvGrpSpPr/>
          <p:nvPr/>
        </p:nvGrpSpPr>
        <p:grpSpPr>
          <a:xfrm>
            <a:off x="367743" y="2377954"/>
            <a:ext cx="3916190" cy="2311735"/>
            <a:chOff x="0" y="-241102"/>
            <a:chExt cx="10443173" cy="6164627"/>
          </a:xfrm>
        </p:grpSpPr>
        <p:grpSp>
          <p:nvGrpSpPr>
            <p:cNvPr id="433" name="Google Shape;433;p24"/>
            <p:cNvGrpSpPr/>
            <p:nvPr/>
          </p:nvGrpSpPr>
          <p:grpSpPr>
            <a:xfrm>
              <a:off x="0" y="-241102"/>
              <a:ext cx="10443173" cy="6164627"/>
              <a:chOff x="0" y="-47625"/>
              <a:chExt cx="2062849" cy="1217704"/>
            </a:xfrm>
          </p:grpSpPr>
          <p:sp>
            <p:nvSpPr>
              <p:cNvPr id="434" name="Google Shape;434;p24"/>
              <p:cNvSpPr/>
              <p:nvPr/>
            </p:nvSpPr>
            <p:spPr>
              <a:xfrm>
                <a:off x="0" y="0"/>
                <a:ext cx="2062849" cy="1170079"/>
              </a:xfrm>
              <a:custGeom>
                <a:rect b="b" l="l" r="r" t="t"/>
                <a:pathLst>
                  <a:path extrusionOk="0" h="1170079" w="2062849">
                    <a:moveTo>
                      <a:pt x="0" y="0"/>
                    </a:moveTo>
                    <a:lnTo>
                      <a:pt x="2062849" y="0"/>
                    </a:lnTo>
                    <a:lnTo>
                      <a:pt x="2062849" y="1170079"/>
                    </a:lnTo>
                    <a:lnTo>
                      <a:pt x="0" y="117007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35" name="Google Shape;435;p24"/>
              <p:cNvSpPr txBox="1"/>
              <p:nvPr/>
            </p:nvSpPr>
            <p:spPr>
              <a:xfrm>
                <a:off x="0" y="-47625"/>
                <a:ext cx="2062800" cy="121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6" name="Google Shape;436;p24"/>
            <p:cNvGrpSpPr/>
            <p:nvPr/>
          </p:nvGrpSpPr>
          <p:grpSpPr>
            <a:xfrm>
              <a:off x="502796" y="200310"/>
              <a:ext cx="9437583" cy="1233225"/>
              <a:chOff x="0" y="-47625"/>
              <a:chExt cx="1864214" cy="243600"/>
            </a:xfrm>
          </p:grpSpPr>
          <p:sp>
            <p:nvSpPr>
              <p:cNvPr id="437" name="Google Shape;437;p24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38" name="Google Shape;438;p24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9" name="Google Shape;439;p24"/>
            <p:cNvGrpSpPr/>
            <p:nvPr/>
          </p:nvGrpSpPr>
          <p:grpSpPr>
            <a:xfrm>
              <a:off x="502796" y="1549819"/>
              <a:ext cx="9437583" cy="1233231"/>
              <a:chOff x="0" y="-47629"/>
              <a:chExt cx="1864214" cy="243601"/>
            </a:xfrm>
          </p:grpSpPr>
          <p:sp>
            <p:nvSpPr>
              <p:cNvPr id="440" name="Google Shape;440;p24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41" name="Google Shape;441;p24"/>
              <p:cNvSpPr txBox="1"/>
              <p:nvPr/>
            </p:nvSpPr>
            <p:spPr>
              <a:xfrm>
                <a:off x="4" y="-47629"/>
                <a:ext cx="17859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24"/>
            <p:cNvGrpSpPr/>
            <p:nvPr/>
          </p:nvGrpSpPr>
          <p:grpSpPr>
            <a:xfrm>
              <a:off x="502796" y="2899373"/>
              <a:ext cx="9437583" cy="1233225"/>
              <a:chOff x="0" y="-47625"/>
              <a:chExt cx="1864214" cy="243600"/>
            </a:xfrm>
          </p:grpSpPr>
          <p:sp>
            <p:nvSpPr>
              <p:cNvPr id="443" name="Google Shape;443;p24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44" name="Google Shape;444;p24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5" name="Google Shape;445;p24"/>
            <p:cNvGrpSpPr/>
            <p:nvPr/>
          </p:nvGrpSpPr>
          <p:grpSpPr>
            <a:xfrm>
              <a:off x="502796" y="4248904"/>
              <a:ext cx="9437583" cy="1233225"/>
              <a:chOff x="0" y="-47625"/>
              <a:chExt cx="1864214" cy="243600"/>
            </a:xfrm>
          </p:grpSpPr>
          <p:sp>
            <p:nvSpPr>
              <p:cNvPr id="446" name="Google Shape;446;p24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47" name="Google Shape;447;p24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8" name="Google Shape;448;p24"/>
          <p:cNvSpPr/>
          <p:nvPr/>
        </p:nvSpPr>
        <p:spPr>
          <a:xfrm>
            <a:off x="384738" y="166858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9" name="Google Shape;449;p24"/>
          <p:cNvSpPr/>
          <p:nvPr/>
        </p:nvSpPr>
        <p:spPr>
          <a:xfrm rot="10800000">
            <a:off x="5013947" y="166858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0" name="Google Shape;450;p24"/>
          <p:cNvSpPr txBox="1"/>
          <p:nvPr/>
        </p:nvSpPr>
        <p:spPr>
          <a:xfrm>
            <a:off x="644506" y="2702553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artir du code existant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4"/>
          <p:cNvSpPr txBox="1"/>
          <p:nvPr/>
        </p:nvSpPr>
        <p:spPr>
          <a:xfrm>
            <a:off x="5290071" y="2702553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meliorer les resultats du modele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4"/>
          <p:cNvSpPr txBox="1"/>
          <p:nvPr/>
        </p:nvSpPr>
        <p:spPr>
          <a:xfrm>
            <a:off x="644506" y="3213164"/>
            <a:ext cx="3197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lusieurs milliers de données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4"/>
          <p:cNvSpPr txBox="1"/>
          <p:nvPr/>
        </p:nvSpPr>
        <p:spPr>
          <a:xfrm>
            <a:off x="5290071" y="3213164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ttente de la vérification des étudiants en droit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644506" y="3725609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pen source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4"/>
          <p:cNvSpPr txBox="1"/>
          <p:nvPr/>
        </p:nvSpPr>
        <p:spPr>
          <a:xfrm>
            <a:off x="644506" y="4238054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ssez similaire à des projets réalisés en BUT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8046203" y="-183572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7" name="Google Shape;457;p24"/>
          <p:cNvSpPr/>
          <p:nvPr/>
        </p:nvSpPr>
        <p:spPr>
          <a:xfrm>
            <a:off x="7239519" y="208973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8" name="Google Shape;458;p24"/>
          <p:cNvSpPr/>
          <p:nvPr/>
        </p:nvSpPr>
        <p:spPr>
          <a:xfrm>
            <a:off x="4267169" y="483811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59" name="Google Shape;459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950" y="371092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4"/>
          <p:cNvSpPr txBox="1"/>
          <p:nvPr/>
        </p:nvSpPr>
        <p:spPr>
          <a:xfrm>
            <a:off x="151925" y="841250"/>
            <a:ext cx="8992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Points positifs / contraintes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5"/>
          <p:cNvSpPr/>
          <p:nvPr/>
        </p:nvSpPr>
        <p:spPr>
          <a:xfrm>
            <a:off x="-3177062" y="514350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8" name="Google Shape;468;p25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469" name="Google Shape;469;p25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0" name="Google Shape;470;p25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" name="Google Shape;471;p25"/>
          <p:cNvGrpSpPr/>
          <p:nvPr/>
        </p:nvGrpSpPr>
        <p:grpSpPr>
          <a:xfrm>
            <a:off x="5013947" y="2377954"/>
            <a:ext cx="3916190" cy="2311735"/>
            <a:chOff x="0" y="-241102"/>
            <a:chExt cx="10443173" cy="6164627"/>
          </a:xfrm>
        </p:grpSpPr>
        <p:grpSp>
          <p:nvGrpSpPr>
            <p:cNvPr id="472" name="Google Shape;472;p25"/>
            <p:cNvGrpSpPr/>
            <p:nvPr/>
          </p:nvGrpSpPr>
          <p:grpSpPr>
            <a:xfrm>
              <a:off x="0" y="-241102"/>
              <a:ext cx="10443173" cy="6164627"/>
              <a:chOff x="0" y="-47625"/>
              <a:chExt cx="2062849" cy="1217704"/>
            </a:xfrm>
          </p:grpSpPr>
          <p:sp>
            <p:nvSpPr>
              <p:cNvPr id="473" name="Google Shape;473;p25"/>
              <p:cNvSpPr/>
              <p:nvPr/>
            </p:nvSpPr>
            <p:spPr>
              <a:xfrm>
                <a:off x="0" y="0"/>
                <a:ext cx="2062849" cy="1170079"/>
              </a:xfrm>
              <a:custGeom>
                <a:rect b="b" l="l" r="r" t="t"/>
                <a:pathLst>
                  <a:path extrusionOk="0" h="1170079" w="2062849">
                    <a:moveTo>
                      <a:pt x="0" y="0"/>
                    </a:moveTo>
                    <a:lnTo>
                      <a:pt x="2062849" y="0"/>
                    </a:lnTo>
                    <a:lnTo>
                      <a:pt x="2062849" y="1170079"/>
                    </a:lnTo>
                    <a:lnTo>
                      <a:pt x="0" y="117007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74" name="Google Shape;474;p25"/>
              <p:cNvSpPr txBox="1"/>
              <p:nvPr/>
            </p:nvSpPr>
            <p:spPr>
              <a:xfrm>
                <a:off x="0" y="-47625"/>
                <a:ext cx="2062800" cy="121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25"/>
            <p:cNvGrpSpPr/>
            <p:nvPr/>
          </p:nvGrpSpPr>
          <p:grpSpPr>
            <a:xfrm>
              <a:off x="502796" y="200310"/>
              <a:ext cx="9437583" cy="1233225"/>
              <a:chOff x="0" y="-47625"/>
              <a:chExt cx="1864214" cy="243600"/>
            </a:xfrm>
          </p:grpSpPr>
          <p:sp>
            <p:nvSpPr>
              <p:cNvPr id="476" name="Google Shape;476;p25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77" name="Google Shape;477;p25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25"/>
            <p:cNvGrpSpPr/>
            <p:nvPr/>
          </p:nvGrpSpPr>
          <p:grpSpPr>
            <a:xfrm>
              <a:off x="502796" y="1549841"/>
              <a:ext cx="9437583" cy="1233225"/>
              <a:chOff x="0" y="-47625"/>
              <a:chExt cx="1864214" cy="243600"/>
            </a:xfrm>
          </p:grpSpPr>
          <p:sp>
            <p:nvSpPr>
              <p:cNvPr id="479" name="Google Shape;479;p25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80" name="Google Shape;480;p25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" name="Google Shape;481;p25"/>
            <p:cNvGrpSpPr/>
            <p:nvPr/>
          </p:nvGrpSpPr>
          <p:grpSpPr>
            <a:xfrm>
              <a:off x="502796" y="2899373"/>
              <a:ext cx="9437583" cy="1233225"/>
              <a:chOff x="0" y="-47625"/>
              <a:chExt cx="1864214" cy="243600"/>
            </a:xfrm>
          </p:grpSpPr>
          <p:sp>
            <p:nvSpPr>
              <p:cNvPr id="482" name="Google Shape;482;p25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83" name="Google Shape;483;p25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4" name="Google Shape;484;p25"/>
          <p:cNvGrpSpPr/>
          <p:nvPr/>
        </p:nvGrpSpPr>
        <p:grpSpPr>
          <a:xfrm>
            <a:off x="367743" y="2377954"/>
            <a:ext cx="3916190" cy="2311735"/>
            <a:chOff x="0" y="-241102"/>
            <a:chExt cx="10443173" cy="6164627"/>
          </a:xfrm>
        </p:grpSpPr>
        <p:grpSp>
          <p:nvGrpSpPr>
            <p:cNvPr id="485" name="Google Shape;485;p25"/>
            <p:cNvGrpSpPr/>
            <p:nvPr/>
          </p:nvGrpSpPr>
          <p:grpSpPr>
            <a:xfrm>
              <a:off x="0" y="-241102"/>
              <a:ext cx="10443173" cy="6164627"/>
              <a:chOff x="0" y="-47625"/>
              <a:chExt cx="2062849" cy="1217704"/>
            </a:xfrm>
          </p:grpSpPr>
          <p:sp>
            <p:nvSpPr>
              <p:cNvPr id="486" name="Google Shape;486;p25"/>
              <p:cNvSpPr/>
              <p:nvPr/>
            </p:nvSpPr>
            <p:spPr>
              <a:xfrm>
                <a:off x="0" y="0"/>
                <a:ext cx="2062849" cy="1170079"/>
              </a:xfrm>
              <a:custGeom>
                <a:rect b="b" l="l" r="r" t="t"/>
                <a:pathLst>
                  <a:path extrusionOk="0" h="1170079" w="2062849">
                    <a:moveTo>
                      <a:pt x="0" y="0"/>
                    </a:moveTo>
                    <a:lnTo>
                      <a:pt x="2062849" y="0"/>
                    </a:lnTo>
                    <a:lnTo>
                      <a:pt x="2062849" y="1170079"/>
                    </a:lnTo>
                    <a:lnTo>
                      <a:pt x="0" y="117007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87" name="Google Shape;487;p25"/>
              <p:cNvSpPr txBox="1"/>
              <p:nvPr/>
            </p:nvSpPr>
            <p:spPr>
              <a:xfrm>
                <a:off x="0" y="-47625"/>
                <a:ext cx="2062800" cy="121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8" name="Google Shape;488;p25"/>
            <p:cNvGrpSpPr/>
            <p:nvPr/>
          </p:nvGrpSpPr>
          <p:grpSpPr>
            <a:xfrm>
              <a:off x="502796" y="200310"/>
              <a:ext cx="9437583" cy="1233225"/>
              <a:chOff x="0" y="-47625"/>
              <a:chExt cx="1864214" cy="243600"/>
            </a:xfrm>
          </p:grpSpPr>
          <p:sp>
            <p:nvSpPr>
              <p:cNvPr id="489" name="Google Shape;489;p25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90" name="Google Shape;490;p25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1" name="Google Shape;491;p25"/>
            <p:cNvGrpSpPr/>
            <p:nvPr/>
          </p:nvGrpSpPr>
          <p:grpSpPr>
            <a:xfrm>
              <a:off x="502796" y="1549819"/>
              <a:ext cx="9437583" cy="1233231"/>
              <a:chOff x="0" y="-47629"/>
              <a:chExt cx="1864214" cy="243601"/>
            </a:xfrm>
          </p:grpSpPr>
          <p:sp>
            <p:nvSpPr>
              <p:cNvPr id="492" name="Google Shape;492;p25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93" name="Google Shape;493;p25"/>
              <p:cNvSpPr txBox="1"/>
              <p:nvPr/>
            </p:nvSpPr>
            <p:spPr>
              <a:xfrm>
                <a:off x="4" y="-47629"/>
                <a:ext cx="17859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4" name="Google Shape;494;p25"/>
            <p:cNvGrpSpPr/>
            <p:nvPr/>
          </p:nvGrpSpPr>
          <p:grpSpPr>
            <a:xfrm>
              <a:off x="502796" y="2899373"/>
              <a:ext cx="9437583" cy="1233225"/>
              <a:chOff x="0" y="-47625"/>
              <a:chExt cx="1864214" cy="243600"/>
            </a:xfrm>
          </p:grpSpPr>
          <p:sp>
            <p:nvSpPr>
              <p:cNvPr id="495" name="Google Shape;495;p25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96" name="Google Shape;496;p25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25"/>
            <p:cNvGrpSpPr/>
            <p:nvPr/>
          </p:nvGrpSpPr>
          <p:grpSpPr>
            <a:xfrm>
              <a:off x="502796" y="4248904"/>
              <a:ext cx="9437583" cy="1233225"/>
              <a:chOff x="0" y="-47625"/>
              <a:chExt cx="1864214" cy="243600"/>
            </a:xfrm>
          </p:grpSpPr>
          <p:sp>
            <p:nvSpPr>
              <p:cNvPr id="498" name="Google Shape;498;p25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99" name="Google Shape;499;p25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0" name="Google Shape;500;p25"/>
          <p:cNvSpPr/>
          <p:nvPr/>
        </p:nvSpPr>
        <p:spPr>
          <a:xfrm>
            <a:off x="384738" y="166858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1" name="Google Shape;501;p25"/>
          <p:cNvSpPr/>
          <p:nvPr/>
        </p:nvSpPr>
        <p:spPr>
          <a:xfrm rot="10800000">
            <a:off x="5013947" y="166858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2" name="Google Shape;502;p25"/>
          <p:cNvSpPr txBox="1"/>
          <p:nvPr/>
        </p:nvSpPr>
        <p:spPr>
          <a:xfrm>
            <a:off x="644506" y="2702553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artir du code existant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5"/>
          <p:cNvSpPr txBox="1"/>
          <p:nvPr/>
        </p:nvSpPr>
        <p:spPr>
          <a:xfrm>
            <a:off x="5290071" y="2702553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meliorer les resultats du modele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5"/>
          <p:cNvSpPr txBox="1"/>
          <p:nvPr/>
        </p:nvSpPr>
        <p:spPr>
          <a:xfrm>
            <a:off x="644506" y="3213164"/>
            <a:ext cx="3197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lusieurs milliers de données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5290071" y="3213164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ttente de la vérification des étudiants en droit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5"/>
          <p:cNvSpPr txBox="1"/>
          <p:nvPr/>
        </p:nvSpPr>
        <p:spPr>
          <a:xfrm>
            <a:off x="644506" y="3725609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pen source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5"/>
          <p:cNvSpPr txBox="1"/>
          <p:nvPr/>
        </p:nvSpPr>
        <p:spPr>
          <a:xfrm>
            <a:off x="5290071" y="3725609"/>
            <a:ext cx="3197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fr" sz="12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rPr>
              <a:t>Granularité des annotations</a:t>
            </a:r>
            <a:endParaRPr sz="1200">
              <a:solidFill>
                <a:srgbClr val="545454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08" name="Google Shape;508;p25"/>
          <p:cNvSpPr txBox="1"/>
          <p:nvPr/>
        </p:nvSpPr>
        <p:spPr>
          <a:xfrm>
            <a:off x="644506" y="4238054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ssez similaire à des projet réalisé en BUT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8046203" y="-183572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0" name="Google Shape;510;p25"/>
          <p:cNvSpPr/>
          <p:nvPr/>
        </p:nvSpPr>
        <p:spPr>
          <a:xfrm>
            <a:off x="7293769" y="381061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1" name="Google Shape;511;p25"/>
          <p:cNvSpPr/>
          <p:nvPr/>
        </p:nvSpPr>
        <p:spPr>
          <a:xfrm>
            <a:off x="4267169" y="483811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12" name="Google Shape;512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950" y="371092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5"/>
          <p:cNvSpPr txBox="1"/>
          <p:nvPr/>
        </p:nvSpPr>
        <p:spPr>
          <a:xfrm>
            <a:off x="151925" y="841250"/>
            <a:ext cx="8992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Points positifs / contraintes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6"/>
          <p:cNvSpPr/>
          <p:nvPr/>
        </p:nvSpPr>
        <p:spPr>
          <a:xfrm>
            <a:off x="-3177062" y="514350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21" name="Google Shape;521;p26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522" name="Google Shape;522;p26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23" name="Google Shape;523;p26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4" name="Google Shape;524;p26"/>
          <p:cNvGrpSpPr/>
          <p:nvPr/>
        </p:nvGrpSpPr>
        <p:grpSpPr>
          <a:xfrm>
            <a:off x="5013947" y="2377954"/>
            <a:ext cx="3916190" cy="2311735"/>
            <a:chOff x="0" y="-241102"/>
            <a:chExt cx="10443173" cy="6164627"/>
          </a:xfrm>
        </p:grpSpPr>
        <p:grpSp>
          <p:nvGrpSpPr>
            <p:cNvPr id="525" name="Google Shape;525;p26"/>
            <p:cNvGrpSpPr/>
            <p:nvPr/>
          </p:nvGrpSpPr>
          <p:grpSpPr>
            <a:xfrm>
              <a:off x="0" y="-241102"/>
              <a:ext cx="10443173" cy="6164627"/>
              <a:chOff x="0" y="-47625"/>
              <a:chExt cx="2062849" cy="1217704"/>
            </a:xfrm>
          </p:grpSpPr>
          <p:sp>
            <p:nvSpPr>
              <p:cNvPr id="526" name="Google Shape;526;p26"/>
              <p:cNvSpPr/>
              <p:nvPr/>
            </p:nvSpPr>
            <p:spPr>
              <a:xfrm>
                <a:off x="0" y="0"/>
                <a:ext cx="2062849" cy="1170079"/>
              </a:xfrm>
              <a:custGeom>
                <a:rect b="b" l="l" r="r" t="t"/>
                <a:pathLst>
                  <a:path extrusionOk="0" h="1170079" w="2062849">
                    <a:moveTo>
                      <a:pt x="0" y="0"/>
                    </a:moveTo>
                    <a:lnTo>
                      <a:pt x="2062849" y="0"/>
                    </a:lnTo>
                    <a:lnTo>
                      <a:pt x="2062849" y="1170079"/>
                    </a:lnTo>
                    <a:lnTo>
                      <a:pt x="0" y="117007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527" name="Google Shape;527;p26"/>
              <p:cNvSpPr txBox="1"/>
              <p:nvPr/>
            </p:nvSpPr>
            <p:spPr>
              <a:xfrm>
                <a:off x="0" y="-47625"/>
                <a:ext cx="2062800" cy="121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8" name="Google Shape;528;p26"/>
            <p:cNvGrpSpPr/>
            <p:nvPr/>
          </p:nvGrpSpPr>
          <p:grpSpPr>
            <a:xfrm>
              <a:off x="502796" y="200310"/>
              <a:ext cx="9437583" cy="1233225"/>
              <a:chOff x="0" y="-47625"/>
              <a:chExt cx="1864214" cy="243600"/>
            </a:xfrm>
          </p:grpSpPr>
          <p:sp>
            <p:nvSpPr>
              <p:cNvPr id="529" name="Google Shape;529;p26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530" name="Google Shape;530;p26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1" name="Google Shape;531;p26"/>
            <p:cNvGrpSpPr/>
            <p:nvPr/>
          </p:nvGrpSpPr>
          <p:grpSpPr>
            <a:xfrm>
              <a:off x="502796" y="1549841"/>
              <a:ext cx="9437583" cy="1233225"/>
              <a:chOff x="0" y="-47625"/>
              <a:chExt cx="1864214" cy="243600"/>
            </a:xfrm>
          </p:grpSpPr>
          <p:sp>
            <p:nvSpPr>
              <p:cNvPr id="532" name="Google Shape;532;p26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533" name="Google Shape;533;p26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4" name="Google Shape;534;p26"/>
            <p:cNvGrpSpPr/>
            <p:nvPr/>
          </p:nvGrpSpPr>
          <p:grpSpPr>
            <a:xfrm>
              <a:off x="502796" y="2899373"/>
              <a:ext cx="9437583" cy="1233225"/>
              <a:chOff x="0" y="-47625"/>
              <a:chExt cx="1864214" cy="243600"/>
            </a:xfrm>
          </p:grpSpPr>
          <p:sp>
            <p:nvSpPr>
              <p:cNvPr id="535" name="Google Shape;535;p26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536" name="Google Shape;536;p26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7" name="Google Shape;537;p26"/>
            <p:cNvGrpSpPr/>
            <p:nvPr/>
          </p:nvGrpSpPr>
          <p:grpSpPr>
            <a:xfrm>
              <a:off x="502796" y="4248904"/>
              <a:ext cx="9437583" cy="1233225"/>
              <a:chOff x="0" y="-47625"/>
              <a:chExt cx="1864214" cy="243600"/>
            </a:xfrm>
          </p:grpSpPr>
          <p:sp>
            <p:nvSpPr>
              <p:cNvPr id="538" name="Google Shape;538;p26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539" name="Google Shape;539;p26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0" name="Google Shape;540;p26"/>
          <p:cNvGrpSpPr/>
          <p:nvPr/>
        </p:nvGrpSpPr>
        <p:grpSpPr>
          <a:xfrm>
            <a:off x="367743" y="2377954"/>
            <a:ext cx="3916190" cy="2311735"/>
            <a:chOff x="0" y="-241102"/>
            <a:chExt cx="10443173" cy="6164627"/>
          </a:xfrm>
        </p:grpSpPr>
        <p:grpSp>
          <p:nvGrpSpPr>
            <p:cNvPr id="541" name="Google Shape;541;p26"/>
            <p:cNvGrpSpPr/>
            <p:nvPr/>
          </p:nvGrpSpPr>
          <p:grpSpPr>
            <a:xfrm>
              <a:off x="0" y="-241102"/>
              <a:ext cx="10443173" cy="6164627"/>
              <a:chOff x="0" y="-47625"/>
              <a:chExt cx="2062849" cy="1217704"/>
            </a:xfrm>
          </p:grpSpPr>
          <p:sp>
            <p:nvSpPr>
              <p:cNvPr id="542" name="Google Shape;542;p26"/>
              <p:cNvSpPr/>
              <p:nvPr/>
            </p:nvSpPr>
            <p:spPr>
              <a:xfrm>
                <a:off x="0" y="0"/>
                <a:ext cx="2062849" cy="1170079"/>
              </a:xfrm>
              <a:custGeom>
                <a:rect b="b" l="l" r="r" t="t"/>
                <a:pathLst>
                  <a:path extrusionOk="0" h="1170079" w="2062849">
                    <a:moveTo>
                      <a:pt x="0" y="0"/>
                    </a:moveTo>
                    <a:lnTo>
                      <a:pt x="2062849" y="0"/>
                    </a:lnTo>
                    <a:lnTo>
                      <a:pt x="2062849" y="1170079"/>
                    </a:lnTo>
                    <a:lnTo>
                      <a:pt x="0" y="117007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543" name="Google Shape;543;p26"/>
              <p:cNvSpPr txBox="1"/>
              <p:nvPr/>
            </p:nvSpPr>
            <p:spPr>
              <a:xfrm>
                <a:off x="0" y="-47625"/>
                <a:ext cx="2062800" cy="121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p26"/>
            <p:cNvGrpSpPr/>
            <p:nvPr/>
          </p:nvGrpSpPr>
          <p:grpSpPr>
            <a:xfrm>
              <a:off x="502796" y="200310"/>
              <a:ext cx="9437583" cy="1233225"/>
              <a:chOff x="0" y="-47625"/>
              <a:chExt cx="1864214" cy="243600"/>
            </a:xfrm>
          </p:grpSpPr>
          <p:sp>
            <p:nvSpPr>
              <p:cNvPr id="545" name="Google Shape;545;p26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546" name="Google Shape;546;p26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7" name="Google Shape;547;p26"/>
            <p:cNvGrpSpPr/>
            <p:nvPr/>
          </p:nvGrpSpPr>
          <p:grpSpPr>
            <a:xfrm>
              <a:off x="502796" y="1549819"/>
              <a:ext cx="9437583" cy="1233231"/>
              <a:chOff x="0" y="-47629"/>
              <a:chExt cx="1864214" cy="243601"/>
            </a:xfrm>
          </p:grpSpPr>
          <p:sp>
            <p:nvSpPr>
              <p:cNvPr id="548" name="Google Shape;548;p26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549" name="Google Shape;549;p26"/>
              <p:cNvSpPr txBox="1"/>
              <p:nvPr/>
            </p:nvSpPr>
            <p:spPr>
              <a:xfrm>
                <a:off x="4" y="-47629"/>
                <a:ext cx="17859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0" name="Google Shape;550;p26"/>
            <p:cNvGrpSpPr/>
            <p:nvPr/>
          </p:nvGrpSpPr>
          <p:grpSpPr>
            <a:xfrm>
              <a:off x="502796" y="2899373"/>
              <a:ext cx="9437583" cy="1233225"/>
              <a:chOff x="0" y="-47625"/>
              <a:chExt cx="1864214" cy="243600"/>
            </a:xfrm>
          </p:grpSpPr>
          <p:sp>
            <p:nvSpPr>
              <p:cNvPr id="551" name="Google Shape;551;p26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552" name="Google Shape;552;p26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3" name="Google Shape;553;p26"/>
            <p:cNvGrpSpPr/>
            <p:nvPr/>
          </p:nvGrpSpPr>
          <p:grpSpPr>
            <a:xfrm>
              <a:off x="502796" y="4248904"/>
              <a:ext cx="9437583" cy="1233225"/>
              <a:chOff x="0" y="-47625"/>
              <a:chExt cx="1864214" cy="243600"/>
            </a:xfrm>
          </p:grpSpPr>
          <p:sp>
            <p:nvSpPr>
              <p:cNvPr id="554" name="Google Shape;554;p26"/>
              <p:cNvSpPr/>
              <p:nvPr/>
            </p:nvSpPr>
            <p:spPr>
              <a:xfrm>
                <a:off x="0" y="0"/>
                <a:ext cx="1864214" cy="195972"/>
              </a:xfrm>
              <a:custGeom>
                <a:rect b="b" l="l" r="r" t="t"/>
                <a:pathLst>
                  <a:path extrusionOk="0" h="195972" w="1864214">
                    <a:moveTo>
                      <a:pt x="0" y="0"/>
                    </a:moveTo>
                    <a:lnTo>
                      <a:pt x="1864214" y="0"/>
                    </a:lnTo>
                    <a:lnTo>
                      <a:pt x="1864214" y="195972"/>
                    </a:lnTo>
                    <a:lnTo>
                      <a:pt x="0" y="195972"/>
                    </a:lnTo>
                    <a:close/>
                  </a:path>
                </a:pathLst>
              </a:custGeom>
              <a:solidFill>
                <a:srgbClr val="38B6FF"/>
              </a:solidFill>
              <a:ln cap="sq" cmpd="sng" w="47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555" name="Google Shape;555;p26"/>
              <p:cNvSpPr txBox="1"/>
              <p:nvPr/>
            </p:nvSpPr>
            <p:spPr>
              <a:xfrm>
                <a:off x="0" y="-47625"/>
                <a:ext cx="1864200" cy="2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56" name="Google Shape;556;p26"/>
          <p:cNvSpPr/>
          <p:nvPr/>
        </p:nvSpPr>
        <p:spPr>
          <a:xfrm>
            <a:off x="384738" y="166858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7" name="Google Shape;557;p26"/>
          <p:cNvSpPr/>
          <p:nvPr/>
        </p:nvSpPr>
        <p:spPr>
          <a:xfrm rot="10800000">
            <a:off x="5013947" y="166858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8" name="Google Shape;558;p26"/>
          <p:cNvSpPr txBox="1"/>
          <p:nvPr/>
        </p:nvSpPr>
        <p:spPr>
          <a:xfrm>
            <a:off x="151925" y="841250"/>
            <a:ext cx="8992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Points positifs / contraintes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6"/>
          <p:cNvSpPr txBox="1"/>
          <p:nvPr/>
        </p:nvSpPr>
        <p:spPr>
          <a:xfrm>
            <a:off x="644506" y="2702553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artir du code existant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6"/>
          <p:cNvSpPr txBox="1"/>
          <p:nvPr/>
        </p:nvSpPr>
        <p:spPr>
          <a:xfrm>
            <a:off x="5290071" y="2702553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meliorer les resultats du modele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6"/>
          <p:cNvSpPr txBox="1"/>
          <p:nvPr/>
        </p:nvSpPr>
        <p:spPr>
          <a:xfrm>
            <a:off x="644506" y="3213164"/>
            <a:ext cx="3197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lusieurs milliers de données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6"/>
          <p:cNvSpPr txBox="1"/>
          <p:nvPr/>
        </p:nvSpPr>
        <p:spPr>
          <a:xfrm>
            <a:off x="5290071" y="3213164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ttente de la vérification des étudiants en droit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6"/>
          <p:cNvSpPr txBox="1"/>
          <p:nvPr/>
        </p:nvSpPr>
        <p:spPr>
          <a:xfrm>
            <a:off x="644506" y="3725609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pen source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6"/>
          <p:cNvSpPr txBox="1"/>
          <p:nvPr/>
        </p:nvSpPr>
        <p:spPr>
          <a:xfrm>
            <a:off x="5290071" y="3725609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Granularité des annotations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6"/>
          <p:cNvSpPr txBox="1"/>
          <p:nvPr/>
        </p:nvSpPr>
        <p:spPr>
          <a:xfrm>
            <a:off x="644506" y="4238054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ssez similaire à des projet réalisé en BUT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6"/>
          <p:cNvSpPr txBox="1"/>
          <p:nvPr/>
        </p:nvSpPr>
        <p:spPr>
          <a:xfrm>
            <a:off x="5290071" y="4238054"/>
            <a:ext cx="31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angage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8046203" y="-183572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8" name="Google Shape;568;p26"/>
          <p:cNvSpPr/>
          <p:nvPr/>
        </p:nvSpPr>
        <p:spPr>
          <a:xfrm>
            <a:off x="7348044" y="120761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9" name="Google Shape;569;p26"/>
          <p:cNvSpPr/>
          <p:nvPr/>
        </p:nvSpPr>
        <p:spPr>
          <a:xfrm>
            <a:off x="4267169" y="483811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70" name="Google Shape;570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950" y="371092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7"/>
          <p:cNvSpPr/>
          <p:nvPr/>
        </p:nvSpPr>
        <p:spPr>
          <a:xfrm>
            <a:off x="-3177062" y="514350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78" name="Google Shape;578;p27"/>
          <p:cNvGrpSpPr/>
          <p:nvPr/>
        </p:nvGrpSpPr>
        <p:grpSpPr>
          <a:xfrm>
            <a:off x="384738" y="381055"/>
            <a:ext cx="1941056" cy="266590"/>
            <a:chOff x="0" y="0"/>
            <a:chExt cx="5176149" cy="710907"/>
          </a:xfrm>
        </p:grpSpPr>
        <p:sp>
          <p:nvSpPr>
            <p:cNvPr id="579" name="Google Shape;579;p27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80" name="Google Shape;580;p27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1" name="Google Shape;581;p27"/>
          <p:cNvSpPr/>
          <p:nvPr/>
        </p:nvSpPr>
        <p:spPr>
          <a:xfrm>
            <a:off x="5013938" y="1610832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2" name="Google Shape;582;p27"/>
          <p:cNvSpPr/>
          <p:nvPr/>
        </p:nvSpPr>
        <p:spPr>
          <a:xfrm rot="10800000">
            <a:off x="384746" y="1712245"/>
            <a:ext cx="673489" cy="639202"/>
          </a:xfrm>
          <a:custGeom>
            <a:rect b="b" l="l" r="r" t="t"/>
            <a:pathLst>
              <a:path extrusionOk="0" h="1278404" w="1346978">
                <a:moveTo>
                  <a:pt x="0" y="0"/>
                </a:moveTo>
                <a:lnTo>
                  <a:pt x="1346977" y="0"/>
                </a:lnTo>
                <a:lnTo>
                  <a:pt x="1346977" y="1278405"/>
                </a:lnTo>
                <a:lnTo>
                  <a:pt x="0" y="1278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3" name="Google Shape;583;p27"/>
          <p:cNvSpPr txBox="1"/>
          <p:nvPr/>
        </p:nvSpPr>
        <p:spPr>
          <a:xfrm>
            <a:off x="151925" y="841250"/>
            <a:ext cx="8992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Risques / Solutions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8046203" y="-1835722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5" name="Google Shape;585;p27"/>
          <p:cNvSpPr/>
          <p:nvPr/>
        </p:nvSpPr>
        <p:spPr>
          <a:xfrm>
            <a:off x="7348044" y="120761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6" name="Google Shape;586;p27"/>
          <p:cNvSpPr/>
          <p:nvPr/>
        </p:nvSpPr>
        <p:spPr>
          <a:xfrm>
            <a:off x="4267169" y="4838114"/>
            <a:ext cx="609662" cy="610772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87" name="Google Shape;587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950" y="371092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27"/>
          <p:cNvSpPr txBox="1"/>
          <p:nvPr/>
        </p:nvSpPr>
        <p:spPr>
          <a:xfrm>
            <a:off x="173625" y="2647700"/>
            <a:ext cx="2685600" cy="15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Données insuffisantes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-&gt; Apprentissage biaisé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-&gt; Difficultés d’amélioration 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589" name="Google Shape;589;p27"/>
          <p:cNvSpPr txBox="1"/>
          <p:nvPr/>
        </p:nvSpPr>
        <p:spPr>
          <a:xfrm>
            <a:off x="4655200" y="2495800"/>
            <a:ext cx="2546100" cy="14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Regroupement</a:t>
            </a: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 des données en plus grandes classes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-&gt; Division ensuite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590" name="Google Shape;590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Google Shape;5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28"/>
          <p:cNvGrpSpPr/>
          <p:nvPr/>
        </p:nvGrpSpPr>
        <p:grpSpPr>
          <a:xfrm>
            <a:off x="384738" y="485809"/>
            <a:ext cx="1941056" cy="266590"/>
            <a:chOff x="0" y="0"/>
            <a:chExt cx="5176149" cy="710907"/>
          </a:xfrm>
        </p:grpSpPr>
        <p:sp>
          <p:nvSpPr>
            <p:cNvPr id="597" name="Google Shape;597;p28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98" name="Google Shape;598;p28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9" name="Google Shape;599;p28"/>
          <p:cNvSpPr txBox="1"/>
          <p:nvPr/>
        </p:nvSpPr>
        <p:spPr>
          <a:xfrm>
            <a:off x="384738" y="946005"/>
            <a:ext cx="8354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fr" sz="44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Technologies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0" name="Google Shape;600;p28"/>
          <p:cNvGrpSpPr/>
          <p:nvPr/>
        </p:nvGrpSpPr>
        <p:grpSpPr>
          <a:xfrm>
            <a:off x="393572" y="2022195"/>
            <a:ext cx="2306873" cy="936910"/>
            <a:chOff x="0" y="-47625"/>
            <a:chExt cx="1215103" cy="493500"/>
          </a:xfrm>
        </p:grpSpPr>
        <p:sp>
          <p:nvSpPr>
            <p:cNvPr id="601" name="Google Shape;601;p28"/>
            <p:cNvSpPr/>
            <p:nvPr/>
          </p:nvSpPr>
          <p:spPr>
            <a:xfrm>
              <a:off x="0" y="0"/>
              <a:ext cx="1215103" cy="445765"/>
            </a:xfrm>
            <a:custGeom>
              <a:rect b="b" l="l" r="r" t="t"/>
              <a:pathLst>
                <a:path extrusionOk="0" h="445765" w="1215103">
                  <a:moveTo>
                    <a:pt x="0" y="0"/>
                  </a:moveTo>
                  <a:lnTo>
                    <a:pt x="1215103" y="0"/>
                  </a:lnTo>
                  <a:lnTo>
                    <a:pt x="1215103" y="445765"/>
                  </a:lnTo>
                  <a:lnTo>
                    <a:pt x="0" y="445765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02" name="Google Shape;602;p28"/>
            <p:cNvSpPr txBox="1"/>
            <p:nvPr/>
          </p:nvSpPr>
          <p:spPr>
            <a:xfrm>
              <a:off x="0" y="-47625"/>
              <a:ext cx="1215000" cy="49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3" name="Google Shape;603;p28"/>
          <p:cNvGrpSpPr/>
          <p:nvPr/>
        </p:nvGrpSpPr>
        <p:grpSpPr>
          <a:xfrm>
            <a:off x="3267059" y="2022195"/>
            <a:ext cx="2306873" cy="936910"/>
            <a:chOff x="0" y="-47625"/>
            <a:chExt cx="1215103" cy="493500"/>
          </a:xfrm>
        </p:grpSpPr>
        <p:sp>
          <p:nvSpPr>
            <p:cNvPr id="604" name="Google Shape;604;p28"/>
            <p:cNvSpPr/>
            <p:nvPr/>
          </p:nvSpPr>
          <p:spPr>
            <a:xfrm>
              <a:off x="0" y="0"/>
              <a:ext cx="1215103" cy="445765"/>
            </a:xfrm>
            <a:custGeom>
              <a:rect b="b" l="l" r="r" t="t"/>
              <a:pathLst>
                <a:path extrusionOk="0" h="445765" w="1215103">
                  <a:moveTo>
                    <a:pt x="0" y="0"/>
                  </a:moveTo>
                  <a:lnTo>
                    <a:pt x="1215103" y="0"/>
                  </a:lnTo>
                  <a:lnTo>
                    <a:pt x="1215103" y="445765"/>
                  </a:lnTo>
                  <a:lnTo>
                    <a:pt x="0" y="445765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05" name="Google Shape;605;p28"/>
            <p:cNvSpPr txBox="1"/>
            <p:nvPr/>
          </p:nvSpPr>
          <p:spPr>
            <a:xfrm>
              <a:off x="0" y="-47625"/>
              <a:ext cx="1215000" cy="49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6" name="Google Shape;606;p28"/>
          <p:cNvGrpSpPr/>
          <p:nvPr/>
        </p:nvGrpSpPr>
        <p:grpSpPr>
          <a:xfrm>
            <a:off x="6171311" y="2022195"/>
            <a:ext cx="2306873" cy="936910"/>
            <a:chOff x="0" y="-47625"/>
            <a:chExt cx="1215103" cy="493500"/>
          </a:xfrm>
        </p:grpSpPr>
        <p:sp>
          <p:nvSpPr>
            <p:cNvPr id="607" name="Google Shape;607;p28"/>
            <p:cNvSpPr/>
            <p:nvPr/>
          </p:nvSpPr>
          <p:spPr>
            <a:xfrm>
              <a:off x="0" y="0"/>
              <a:ext cx="1215103" cy="445765"/>
            </a:xfrm>
            <a:custGeom>
              <a:rect b="b" l="l" r="r" t="t"/>
              <a:pathLst>
                <a:path extrusionOk="0" h="445765" w="1215103">
                  <a:moveTo>
                    <a:pt x="0" y="0"/>
                  </a:moveTo>
                  <a:lnTo>
                    <a:pt x="1215103" y="0"/>
                  </a:lnTo>
                  <a:lnTo>
                    <a:pt x="1215103" y="445765"/>
                  </a:lnTo>
                  <a:lnTo>
                    <a:pt x="0" y="445765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08" name="Google Shape;608;p28"/>
            <p:cNvSpPr txBox="1"/>
            <p:nvPr/>
          </p:nvSpPr>
          <p:spPr>
            <a:xfrm>
              <a:off x="0" y="-47625"/>
              <a:ext cx="1215000" cy="49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9" name="Google Shape;60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445" y="2085683"/>
            <a:ext cx="1543050" cy="90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4314" y="2085683"/>
            <a:ext cx="1543050" cy="90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3184" y="2085683"/>
            <a:ext cx="1543050" cy="900113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8"/>
          <p:cNvSpPr txBox="1"/>
          <p:nvPr/>
        </p:nvSpPr>
        <p:spPr>
          <a:xfrm>
            <a:off x="384753" y="3149375"/>
            <a:ext cx="17421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fr" sz="21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Python</a:t>
            </a:r>
            <a:endParaRPr sz="2100">
              <a:solidFill>
                <a:srgbClr val="545454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fr" sz="11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transformers</a:t>
            </a:r>
            <a:r>
              <a:rPr lang="fr" sz="11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 / pytorch</a:t>
            </a:r>
            <a:endParaRPr sz="1100">
              <a:solidFill>
                <a:srgbClr val="54545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13" name="Google Shape;613;p28"/>
          <p:cNvSpPr txBox="1"/>
          <p:nvPr/>
        </p:nvSpPr>
        <p:spPr>
          <a:xfrm>
            <a:off x="3271032" y="3149368"/>
            <a:ext cx="137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fr" sz="21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CSV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8"/>
          <p:cNvSpPr txBox="1"/>
          <p:nvPr/>
        </p:nvSpPr>
        <p:spPr>
          <a:xfrm>
            <a:off x="6171311" y="3149368"/>
            <a:ext cx="137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fr" sz="21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Json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8"/>
          <p:cNvSpPr txBox="1"/>
          <p:nvPr/>
        </p:nvSpPr>
        <p:spPr>
          <a:xfrm>
            <a:off x="370738" y="3764531"/>
            <a:ext cx="180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Code du 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modèle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8"/>
          <p:cNvSpPr txBox="1"/>
          <p:nvPr/>
        </p:nvSpPr>
        <p:spPr>
          <a:xfrm>
            <a:off x="3271032" y="3579731"/>
            <a:ext cx="180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écisions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 annotées par les 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étudiants</a:t>
            </a: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 en droit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8"/>
          <p:cNvSpPr txBox="1"/>
          <p:nvPr/>
        </p:nvSpPr>
        <p:spPr>
          <a:xfrm>
            <a:off x="6171311" y="3579731"/>
            <a:ext cx="180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Données brut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8"/>
          <p:cNvSpPr/>
          <p:nvPr/>
        </p:nvSpPr>
        <p:spPr>
          <a:xfrm>
            <a:off x="7533500" y="176247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4" y="0"/>
                </a:lnTo>
                <a:lnTo>
                  <a:pt x="1219324" y="1221546"/>
                </a:lnTo>
                <a:lnTo>
                  <a:pt x="0" y="122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9" name="Google Shape;619;p28"/>
          <p:cNvSpPr/>
          <p:nvPr/>
        </p:nvSpPr>
        <p:spPr>
          <a:xfrm>
            <a:off x="7979056" y="2412373"/>
            <a:ext cx="4433555" cy="4433554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10" y="0"/>
                </a:lnTo>
                <a:lnTo>
                  <a:pt x="8867110" y="8867110"/>
                </a:lnTo>
                <a:lnTo>
                  <a:pt x="0" y="8867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0" name="Google Shape;620;p28"/>
          <p:cNvSpPr/>
          <p:nvPr/>
        </p:nvSpPr>
        <p:spPr>
          <a:xfrm>
            <a:off x="1387027" y="-3447683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621" name="Google Shape;621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2950" y="396480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6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29"/>
          <p:cNvSpPr txBox="1"/>
          <p:nvPr/>
        </p:nvSpPr>
        <p:spPr>
          <a:xfrm>
            <a:off x="119413" y="1041563"/>
            <a:ext cx="6306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fr" sz="44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Tâches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9" name="Google Shape;629;p29"/>
          <p:cNvGrpSpPr/>
          <p:nvPr/>
        </p:nvGrpSpPr>
        <p:grpSpPr>
          <a:xfrm>
            <a:off x="384738" y="485809"/>
            <a:ext cx="1941056" cy="266590"/>
            <a:chOff x="0" y="0"/>
            <a:chExt cx="5176149" cy="710907"/>
          </a:xfrm>
        </p:grpSpPr>
        <p:sp>
          <p:nvSpPr>
            <p:cNvPr id="630" name="Google Shape;630;p29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31" name="Google Shape;631;p29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2" name="Google Shape;632;p29"/>
          <p:cNvSpPr/>
          <p:nvPr/>
        </p:nvSpPr>
        <p:spPr>
          <a:xfrm>
            <a:off x="7325238" y="524552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3" name="Google Shape;633;p29"/>
          <p:cNvSpPr/>
          <p:nvPr/>
        </p:nvSpPr>
        <p:spPr>
          <a:xfrm>
            <a:off x="-678669" y="4217045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34" name="Google Shape;634;p29"/>
          <p:cNvGrpSpPr/>
          <p:nvPr/>
        </p:nvGrpSpPr>
        <p:grpSpPr>
          <a:xfrm>
            <a:off x="384738" y="2441718"/>
            <a:ext cx="970557" cy="1020028"/>
            <a:chOff x="0" y="-47625"/>
            <a:chExt cx="653794" cy="687119"/>
          </a:xfrm>
        </p:grpSpPr>
        <p:sp>
          <p:nvSpPr>
            <p:cNvPr id="635" name="Google Shape;635;p29"/>
            <p:cNvSpPr/>
            <p:nvPr/>
          </p:nvSpPr>
          <p:spPr>
            <a:xfrm>
              <a:off x="0" y="0"/>
              <a:ext cx="653794" cy="639494"/>
            </a:xfrm>
            <a:custGeom>
              <a:rect b="b" l="l" r="r" t="t"/>
              <a:pathLst>
                <a:path extrusionOk="0" h="639494" w="653794">
                  <a:moveTo>
                    <a:pt x="0" y="0"/>
                  </a:moveTo>
                  <a:lnTo>
                    <a:pt x="653794" y="0"/>
                  </a:lnTo>
                  <a:lnTo>
                    <a:pt x="653794" y="639494"/>
                  </a:lnTo>
                  <a:lnTo>
                    <a:pt x="0" y="639494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36" name="Google Shape;636;p29"/>
            <p:cNvSpPr txBox="1"/>
            <p:nvPr/>
          </p:nvSpPr>
          <p:spPr>
            <a:xfrm>
              <a:off x="0" y="-47625"/>
              <a:ext cx="653700" cy="6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7" name="Google Shape;637;p29"/>
          <p:cNvGrpSpPr/>
          <p:nvPr/>
        </p:nvGrpSpPr>
        <p:grpSpPr>
          <a:xfrm>
            <a:off x="3277238" y="2441718"/>
            <a:ext cx="970557" cy="1020028"/>
            <a:chOff x="0" y="-47625"/>
            <a:chExt cx="653794" cy="687119"/>
          </a:xfrm>
        </p:grpSpPr>
        <p:sp>
          <p:nvSpPr>
            <p:cNvPr id="638" name="Google Shape;638;p29"/>
            <p:cNvSpPr/>
            <p:nvPr/>
          </p:nvSpPr>
          <p:spPr>
            <a:xfrm>
              <a:off x="0" y="0"/>
              <a:ext cx="653794" cy="639494"/>
            </a:xfrm>
            <a:custGeom>
              <a:rect b="b" l="l" r="r" t="t"/>
              <a:pathLst>
                <a:path extrusionOk="0" h="639494" w="653794">
                  <a:moveTo>
                    <a:pt x="0" y="0"/>
                  </a:moveTo>
                  <a:lnTo>
                    <a:pt x="653794" y="0"/>
                  </a:lnTo>
                  <a:lnTo>
                    <a:pt x="653794" y="639494"/>
                  </a:lnTo>
                  <a:lnTo>
                    <a:pt x="0" y="639494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39" name="Google Shape;639;p29"/>
            <p:cNvSpPr txBox="1"/>
            <p:nvPr/>
          </p:nvSpPr>
          <p:spPr>
            <a:xfrm>
              <a:off x="0" y="-47625"/>
              <a:ext cx="653700" cy="6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0" name="Google Shape;640;p29"/>
          <p:cNvSpPr txBox="1"/>
          <p:nvPr/>
        </p:nvSpPr>
        <p:spPr>
          <a:xfrm>
            <a:off x="5044472" y="2464673"/>
            <a:ext cx="79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9"/>
          <p:cNvSpPr txBox="1"/>
          <p:nvPr/>
        </p:nvSpPr>
        <p:spPr>
          <a:xfrm>
            <a:off x="384750" y="3722625"/>
            <a:ext cx="211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Ajouter des sous labels pour améliorer les informations de classification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9"/>
          <p:cNvSpPr txBox="1"/>
          <p:nvPr/>
        </p:nvSpPr>
        <p:spPr>
          <a:xfrm>
            <a:off x="3237575" y="3722625"/>
            <a:ext cx="180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Améliorer le code d'évaluation actuel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9"/>
          <p:cNvSpPr/>
          <p:nvPr/>
        </p:nvSpPr>
        <p:spPr>
          <a:xfrm>
            <a:off x="8314283" y="-561689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644" name="Google Shape;64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625" y="449705"/>
            <a:ext cx="2546125" cy="360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5" name="Google Shape;645;p29"/>
          <p:cNvGrpSpPr/>
          <p:nvPr/>
        </p:nvGrpSpPr>
        <p:grpSpPr>
          <a:xfrm>
            <a:off x="5530429" y="2494949"/>
            <a:ext cx="970557" cy="1020028"/>
            <a:chOff x="0" y="-47625"/>
            <a:chExt cx="653794" cy="687119"/>
          </a:xfrm>
        </p:grpSpPr>
        <p:sp>
          <p:nvSpPr>
            <p:cNvPr id="646" name="Google Shape;646;p29"/>
            <p:cNvSpPr/>
            <p:nvPr/>
          </p:nvSpPr>
          <p:spPr>
            <a:xfrm>
              <a:off x="0" y="0"/>
              <a:ext cx="653794" cy="639494"/>
            </a:xfrm>
            <a:custGeom>
              <a:rect b="b" l="l" r="r" t="t"/>
              <a:pathLst>
                <a:path extrusionOk="0" h="639494" w="653794">
                  <a:moveTo>
                    <a:pt x="0" y="0"/>
                  </a:moveTo>
                  <a:lnTo>
                    <a:pt x="653794" y="0"/>
                  </a:lnTo>
                  <a:lnTo>
                    <a:pt x="653794" y="639494"/>
                  </a:lnTo>
                  <a:lnTo>
                    <a:pt x="0" y="639494"/>
                  </a:lnTo>
                  <a:close/>
                </a:path>
              </a:pathLst>
            </a:custGeom>
            <a:solidFill>
              <a:srgbClr val="38B6FF"/>
            </a:solidFill>
            <a:ln cap="sq" cmpd="sng" w="47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47" name="Google Shape;647;p29"/>
            <p:cNvSpPr txBox="1"/>
            <p:nvPr/>
          </p:nvSpPr>
          <p:spPr>
            <a:xfrm>
              <a:off x="0" y="-47625"/>
              <a:ext cx="653700" cy="6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8" name="Google Shape;648;p29"/>
          <p:cNvSpPr txBox="1"/>
          <p:nvPr/>
        </p:nvSpPr>
        <p:spPr>
          <a:xfrm>
            <a:off x="5786200" y="3745575"/>
            <a:ext cx="27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Améliorer la précision du modèle sur une plus grande portion de données.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6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30"/>
          <p:cNvSpPr txBox="1"/>
          <p:nvPr/>
        </p:nvSpPr>
        <p:spPr>
          <a:xfrm>
            <a:off x="119421" y="1041575"/>
            <a:ext cx="4166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fr" sz="4400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Organisation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6" name="Google Shape;656;p30"/>
          <p:cNvGrpSpPr/>
          <p:nvPr/>
        </p:nvGrpSpPr>
        <p:grpSpPr>
          <a:xfrm>
            <a:off x="384738" y="485809"/>
            <a:ext cx="1941056" cy="266590"/>
            <a:chOff x="0" y="0"/>
            <a:chExt cx="5176149" cy="710907"/>
          </a:xfrm>
        </p:grpSpPr>
        <p:sp>
          <p:nvSpPr>
            <p:cNvPr id="657" name="Google Shape;657;p30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58" name="Google Shape;658;p30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9" name="Google Shape;659;p30"/>
          <p:cNvSpPr/>
          <p:nvPr/>
        </p:nvSpPr>
        <p:spPr>
          <a:xfrm>
            <a:off x="7325238" y="524552"/>
            <a:ext cx="609662" cy="610773"/>
          </a:xfrm>
          <a:custGeom>
            <a:rect b="b" l="l" r="r" t="t"/>
            <a:pathLst>
              <a:path extrusionOk="0" h="1221545" w="1219324">
                <a:moveTo>
                  <a:pt x="0" y="0"/>
                </a:moveTo>
                <a:lnTo>
                  <a:pt x="1219325" y="0"/>
                </a:lnTo>
                <a:lnTo>
                  <a:pt x="1219325" y="1221545"/>
                </a:lnTo>
                <a:lnTo>
                  <a:pt x="0" y="12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0" name="Google Shape;660;p30"/>
          <p:cNvSpPr/>
          <p:nvPr/>
        </p:nvSpPr>
        <p:spPr>
          <a:xfrm>
            <a:off x="-678669" y="4217045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1" name="Google Shape;661;p30"/>
          <p:cNvSpPr/>
          <p:nvPr/>
        </p:nvSpPr>
        <p:spPr>
          <a:xfrm>
            <a:off x="8314283" y="-561689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662" name="Google Shape;66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625" y="449705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30"/>
          <p:cNvSpPr txBox="1"/>
          <p:nvPr/>
        </p:nvSpPr>
        <p:spPr>
          <a:xfrm>
            <a:off x="5786200" y="3745575"/>
            <a:ext cx="271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1063700" y="2572375"/>
            <a:ext cx="6871200" cy="122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665" name="Google Shape;665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44175" y="1671050"/>
            <a:ext cx="1226700" cy="12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67050" y="3515825"/>
            <a:ext cx="1226700" cy="122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30"/>
          <p:cNvSpPr txBox="1"/>
          <p:nvPr/>
        </p:nvSpPr>
        <p:spPr>
          <a:xfrm>
            <a:off x="1258675" y="3005575"/>
            <a:ext cx="18882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Janvier / Février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68" name="Google Shape;668;p30"/>
          <p:cNvSpPr txBox="1"/>
          <p:nvPr/>
        </p:nvSpPr>
        <p:spPr>
          <a:xfrm>
            <a:off x="3487125" y="3005575"/>
            <a:ext cx="1540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Février - Mai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69" name="Google Shape;669;p30"/>
          <p:cNvSpPr txBox="1"/>
          <p:nvPr/>
        </p:nvSpPr>
        <p:spPr>
          <a:xfrm>
            <a:off x="5368175" y="3005575"/>
            <a:ext cx="10527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Juin</a:t>
            </a:r>
            <a:endParaRPr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670" name="Google Shape;67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27925" y="3515825"/>
            <a:ext cx="1540800" cy="1540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6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7" name="Google Shape;677;p31"/>
          <p:cNvGrpSpPr/>
          <p:nvPr/>
        </p:nvGrpSpPr>
        <p:grpSpPr>
          <a:xfrm>
            <a:off x="384738" y="485809"/>
            <a:ext cx="1941056" cy="266590"/>
            <a:chOff x="0" y="0"/>
            <a:chExt cx="5176149" cy="710907"/>
          </a:xfrm>
        </p:grpSpPr>
        <p:sp>
          <p:nvSpPr>
            <p:cNvPr id="678" name="Google Shape;678;p31"/>
            <p:cNvSpPr/>
            <p:nvPr/>
          </p:nvSpPr>
          <p:spPr>
            <a:xfrm>
              <a:off x="0" y="0"/>
              <a:ext cx="710907" cy="710907"/>
            </a:xfrm>
            <a:custGeom>
              <a:rect b="b" l="l" r="r" t="t"/>
              <a:pathLst>
                <a:path extrusionOk="0" h="710907" w="710907">
                  <a:moveTo>
                    <a:pt x="0" y="0"/>
                  </a:moveTo>
                  <a:lnTo>
                    <a:pt x="710907" y="0"/>
                  </a:lnTo>
                  <a:lnTo>
                    <a:pt x="710907" y="710907"/>
                  </a:lnTo>
                  <a:lnTo>
                    <a:pt x="0" y="710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79" name="Google Shape;679;p31"/>
            <p:cNvSpPr txBox="1"/>
            <p:nvPr/>
          </p:nvSpPr>
          <p:spPr>
            <a:xfrm>
              <a:off x="943449" y="68501"/>
              <a:ext cx="42327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" sz="1400" u="none" cap="none" strike="noStrike">
                  <a:solidFill>
                    <a:srgbClr val="54545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Name company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0" name="Google Shape;680;p31"/>
          <p:cNvSpPr/>
          <p:nvPr/>
        </p:nvSpPr>
        <p:spPr>
          <a:xfrm>
            <a:off x="6" y="2868420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1" name="Google Shape;681;p31"/>
          <p:cNvSpPr/>
          <p:nvPr/>
        </p:nvSpPr>
        <p:spPr>
          <a:xfrm>
            <a:off x="8314283" y="-561689"/>
            <a:ext cx="4433555" cy="4433555"/>
          </a:xfrm>
          <a:custGeom>
            <a:rect b="b" l="l" r="r" t="t"/>
            <a:pathLst>
              <a:path extrusionOk="0" h="8867109" w="8867109">
                <a:moveTo>
                  <a:pt x="0" y="0"/>
                </a:moveTo>
                <a:lnTo>
                  <a:pt x="8867109" y="0"/>
                </a:lnTo>
                <a:lnTo>
                  <a:pt x="8867109" y="8867109"/>
                </a:lnTo>
                <a:lnTo>
                  <a:pt x="0" y="886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682" name="Google Shape;682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25" y="449705"/>
            <a:ext cx="2546125" cy="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31"/>
          <p:cNvSpPr txBox="1"/>
          <p:nvPr/>
        </p:nvSpPr>
        <p:spPr>
          <a:xfrm>
            <a:off x="5786200" y="3745575"/>
            <a:ext cx="271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85" name="Google Shape;685;p31"/>
          <p:cNvSpPr txBox="1"/>
          <p:nvPr/>
        </p:nvSpPr>
        <p:spPr>
          <a:xfrm>
            <a:off x="792150" y="1106825"/>
            <a:ext cx="7161900" cy="1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Merci de nous avoir écoutés </a:t>
            </a:r>
            <a:endParaRPr sz="4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o-No-Go Decision Infographic ">
  <a:themeElements>
    <a:clrScheme name="Office">
      <a:dk1>
        <a:srgbClr val="000000"/>
      </a:dk1>
      <a:lt1>
        <a:srgbClr val="FFFFFF"/>
      </a:lt1>
      <a:dk2>
        <a:srgbClr val="38B6FF"/>
      </a:dk2>
      <a:lt2>
        <a:srgbClr val="888888"/>
      </a:lt2>
      <a:accent1>
        <a:srgbClr val="545454"/>
      </a:accent1>
      <a:accent2>
        <a:srgbClr val="FFFFFF"/>
      </a:accent2>
      <a:accent3>
        <a:srgbClr val="38B6FF"/>
      </a:accent3>
      <a:accent4>
        <a:srgbClr val="888888"/>
      </a:accent4>
      <a:accent5>
        <a:srgbClr val="545454"/>
      </a:accent5>
      <a:accent6>
        <a:srgbClr val="FFFFFF"/>
      </a:accent6>
      <a:hlink>
        <a:srgbClr val="38B6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